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06" r:id="rId4"/>
  </p:sldMasterIdLst>
  <p:notesMasterIdLst>
    <p:notesMasterId r:id="rId22"/>
  </p:notesMasterIdLst>
  <p:handoutMasterIdLst>
    <p:handoutMasterId r:id="rId23"/>
  </p:handoutMasterIdLst>
  <p:sldIdLst>
    <p:sldId id="256" r:id="rId21"/>
    <p:sldId id="257" r:id="rId20"/>
    <p:sldId id="258" r:id="rId19"/>
    <p:sldId id="259" r:id="rId18"/>
    <p:sldId id="260" r:id="rId17"/>
    <p:sldId id="261" r:id="rId16"/>
    <p:sldId id="262" r:id="rId15"/>
    <p:sldId id="263" r:id="rId14"/>
  </p:sldIdLst>
  <p:sldSz cx="12192000" cy="6858000"/>
  <p:notesSz cx="6797675" cy="9926638"/>
  <p:embeddedFontLst>
    <p:embeddedFont>
      <p:font typeface="Coloplast Medium" charset="0"/>
      <p:regular r:id="rId24"/>
      <p:bold r:id="rId25"/>
      <p:italic r:id="rId26"/>
      <p:boldItalic r:id="rId27"/>
    </p:embeddedFont>
    <p:embeddedFont>
      <p:font typeface="Coloplast" panose="020B0600000101010101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BAAF3185-4A2F-6B29-0BAD-2B84C4A55255}" name="Polly Bosworth" initials="PB" userId="S::dkpobo@coloplast.com::585718e4-2ae9-4f28-9021-99e1bfe93d9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FC545E-6104-4AB4-B2D2-0C8B37165B19}" v="28" dt="2026-09-10T06:34:58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6302" autoAdjust="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160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3.xml"/><Relationship Id="rId20" Type="http://schemas.openxmlformats.org/officeDocument/2006/relationships/slide" Target="slides/slide2.xml"/><Relationship Id="rId21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tags" Target="tags/tag1.xml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5/10/relationships/revisionInfo" Target="revisionInfo.xml"/><Relationship Id="rId39" Type="http://schemas.microsoft.com/office/2016/11/relationships/changesInfo" Target="changesInfos/changesInfo1.xml"/><Relationship Id="rId4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lla Kim" userId="4db28878-931f-4800-9b1b-011b5c4560d5" providerId="ADAL" clId="{F4E6325C-A1AC-4237-878A-6E174BAD1748}"/>
    <pc:docChg chg="undo custSel addSld delSld modSld">
      <pc:chgData name="Stella Kim" userId="4db28878-931f-4800-9b1b-011b5c4560d5" providerId="ADAL" clId="{F4E6325C-A1AC-4237-878A-6E174BAD1748}" dt="2026-09-10T09:20:11.680" v="4031" actId="20577"/>
      <pc:docMkLst>
        <pc:docMk/>
      </pc:docMkLst>
      <pc:sldChg chg="del">
        <pc:chgData name="Stella Kim" userId="4db28878-931f-4800-9b1b-011b5c4560d5" providerId="ADAL" clId="{F4E6325C-A1AC-4237-878A-6E174BAD1748}" dt="2026-09-10T09:10:18.326" v="3274" actId="47"/>
        <pc:sldMkLst>
          <pc:docMk/>
          <pc:sldMk cId="3980190269" sldId="258"/>
        </pc:sldMkLst>
      </pc:sldChg>
      <pc:sldChg chg="del">
        <pc:chgData name="Stella Kim" userId="4db28878-931f-4800-9b1b-011b5c4560d5" providerId="ADAL" clId="{F4E6325C-A1AC-4237-878A-6E174BAD1748}" dt="2026-09-10T09:10:19.736" v="3275" actId="47"/>
        <pc:sldMkLst>
          <pc:docMk/>
          <pc:sldMk cId="3829651639" sldId="282"/>
        </pc:sldMkLst>
      </pc:sldChg>
      <pc:sldChg chg="modSp">
        <pc:chgData name="Stella Kim" userId="4db28878-931f-4800-9b1b-011b5c4560d5" providerId="ADAL" clId="{F4E6325C-A1AC-4237-878A-6E174BAD1748}" dt="2026-09-10T05:08:16.599" v="14"/>
        <pc:sldMkLst>
          <pc:docMk/>
          <pc:sldMk cId="3229172683" sldId="283"/>
        </pc:sldMkLst>
        <pc:spChg chg="mod">
          <ac:chgData name="Stella Kim" userId="4db28878-931f-4800-9b1b-011b5c4560d5" providerId="ADAL" clId="{F4E6325C-A1AC-4237-878A-6E174BAD1748}" dt="2026-09-10T05:08:16.599" v="14"/>
          <ac:spMkLst>
            <pc:docMk/>
            <pc:sldMk cId="3229172683" sldId="283"/>
            <ac:spMk id="3" creationId="{4AF4E8A9-6800-B88E-EDE6-4DB7D9110ECA}"/>
          </ac:spMkLst>
        </pc:spChg>
      </pc:sldChg>
      <pc:sldChg chg="addSp modSp">
        <pc:chgData name="Stella Kim" userId="4db28878-931f-4800-9b1b-011b5c4560d5" providerId="ADAL" clId="{F4E6325C-A1AC-4237-878A-6E174BAD1748}" dt="2026-09-10T03:42:31.010" v="7"/>
        <pc:sldMkLst>
          <pc:docMk/>
          <pc:sldMk cId="2152785008" sldId="284"/>
        </pc:sldMkLst>
        <pc:spChg chg="add mod">
          <ac:chgData name="Stella Kim" userId="4db28878-931f-4800-9b1b-011b5c4560d5" providerId="ADAL" clId="{F4E6325C-A1AC-4237-878A-6E174BAD1748}" dt="2026-09-10T03:42:31.010" v="7"/>
          <ac:spMkLst>
            <pc:docMk/>
            <pc:sldMk cId="2152785008" sldId="284"/>
            <ac:spMk id="9" creationId="{7E637DD9-486A-7D5D-9211-EF6AF49A4F9B}"/>
          </ac:spMkLst>
        </pc:spChg>
      </pc:sldChg>
      <pc:sldChg chg="modSp">
        <pc:chgData name="Stella Kim" userId="4db28878-931f-4800-9b1b-011b5c4560d5" providerId="ADAL" clId="{F4E6325C-A1AC-4237-878A-6E174BAD1748}" dt="2026-09-10T03:41:22.900" v="6"/>
        <pc:sldMkLst>
          <pc:docMk/>
          <pc:sldMk cId="918087224" sldId="285"/>
        </pc:sldMkLst>
        <pc:spChg chg="mod">
          <ac:chgData name="Stella Kim" userId="4db28878-931f-4800-9b1b-011b5c4560d5" providerId="ADAL" clId="{F4E6325C-A1AC-4237-878A-6E174BAD1748}" dt="2026-09-10T03:41:22.900" v="6"/>
          <ac:spMkLst>
            <pc:docMk/>
            <pc:sldMk cId="918087224" sldId="285"/>
            <ac:spMk id="9" creationId="{CAB677BD-8286-06DD-1510-8F1FD6D931BF}"/>
          </ac:spMkLst>
        </pc:spChg>
      </pc:sldChg>
      <pc:sldChg chg="modSp">
        <pc:chgData name="Stella Kim" userId="4db28878-931f-4800-9b1b-011b5c4560d5" providerId="ADAL" clId="{F4E6325C-A1AC-4237-878A-6E174BAD1748}" dt="2026-09-10T03:47:52.605" v="8"/>
        <pc:sldMkLst>
          <pc:docMk/>
          <pc:sldMk cId="3646905426" sldId="286"/>
        </pc:sldMkLst>
        <pc:spChg chg="mod">
          <ac:chgData name="Stella Kim" userId="4db28878-931f-4800-9b1b-011b5c4560d5" providerId="ADAL" clId="{F4E6325C-A1AC-4237-878A-6E174BAD1748}" dt="2026-09-10T03:47:52.605" v="8"/>
          <ac:spMkLst>
            <pc:docMk/>
            <pc:sldMk cId="3646905426" sldId="286"/>
            <ac:spMk id="2" creationId="{FE63AF58-1A25-BF34-85D0-2E329EA869E7}"/>
          </ac:spMkLst>
        </pc:spChg>
      </pc:sldChg>
      <pc:sldChg chg="modSp">
        <pc:chgData name="Stella Kim" userId="4db28878-931f-4800-9b1b-011b5c4560d5" providerId="ADAL" clId="{F4E6325C-A1AC-4237-878A-6E174BAD1748}" dt="2026-09-10T05:19:27.894" v="15"/>
        <pc:sldMkLst>
          <pc:docMk/>
          <pc:sldMk cId="412467485" sldId="287"/>
        </pc:sldMkLst>
        <pc:spChg chg="mod">
          <ac:chgData name="Stella Kim" userId="4db28878-931f-4800-9b1b-011b5c4560d5" providerId="ADAL" clId="{F4E6325C-A1AC-4237-878A-6E174BAD1748}" dt="2026-09-10T05:19:27.894" v="15"/>
          <ac:spMkLst>
            <pc:docMk/>
            <pc:sldMk cId="412467485" sldId="287"/>
            <ac:spMk id="2" creationId="{9B0802AE-0DF6-7FA6-6BED-4054DB3195DB}"/>
          </ac:spMkLst>
        </pc:spChg>
        <pc:spChg chg="mod">
          <ac:chgData name="Stella Kim" userId="4db28878-931f-4800-9b1b-011b5c4560d5" providerId="ADAL" clId="{F4E6325C-A1AC-4237-878A-6E174BAD1748}" dt="2026-09-10T03:56:54.649" v="9"/>
          <ac:spMkLst>
            <pc:docMk/>
            <pc:sldMk cId="412467485" sldId="287"/>
            <ac:spMk id="3" creationId="{A4533E9B-5694-641E-73BA-EEA90552EB7A}"/>
          </ac:spMkLst>
        </pc:spChg>
      </pc:sldChg>
      <pc:sldChg chg="modSp">
        <pc:chgData name="Stella Kim" userId="4db28878-931f-4800-9b1b-011b5c4560d5" providerId="ADAL" clId="{F4E6325C-A1AC-4237-878A-6E174BAD1748}" dt="2026-09-10T05:07:10.425" v="12"/>
        <pc:sldMkLst>
          <pc:docMk/>
          <pc:sldMk cId="2201821988" sldId="288"/>
        </pc:sldMkLst>
        <pc:spChg chg="mod">
          <ac:chgData name="Stella Kim" userId="4db28878-931f-4800-9b1b-011b5c4560d5" providerId="ADAL" clId="{F4E6325C-A1AC-4237-878A-6E174BAD1748}" dt="2026-09-10T05:07:10.425" v="12"/>
          <ac:spMkLst>
            <pc:docMk/>
            <pc:sldMk cId="2201821988" sldId="288"/>
            <ac:spMk id="2" creationId="{42EC29D2-6EED-7571-1FF2-56B12B4B35BC}"/>
          </ac:spMkLst>
        </pc:spChg>
        <pc:spChg chg="mod">
          <ac:chgData name="Stella Kim" userId="4db28878-931f-4800-9b1b-011b5c4560d5" providerId="ADAL" clId="{F4E6325C-A1AC-4237-878A-6E174BAD1748}" dt="2026-09-10T05:06:51.822" v="11"/>
          <ac:spMkLst>
            <pc:docMk/>
            <pc:sldMk cId="2201821988" sldId="288"/>
            <ac:spMk id="3" creationId="{241ABFC5-0399-CF06-2742-9A90E7D36948}"/>
          </ac:spMkLst>
        </pc:spChg>
      </pc:sldChg>
      <pc:sldChg chg="addSp modSp new mod">
        <pc:chgData name="Stella Kim" userId="4db28878-931f-4800-9b1b-011b5c4560d5" providerId="ADAL" clId="{F4E6325C-A1AC-4237-878A-6E174BAD1748}" dt="2026-09-10T06:12:56.611" v="531" actId="113"/>
        <pc:sldMkLst>
          <pc:docMk/>
          <pc:sldMk cId="2009880183" sldId="289"/>
        </pc:sldMkLst>
        <pc:spChg chg="mod">
          <ac:chgData name="Stella Kim" userId="4db28878-931f-4800-9b1b-011b5c4560d5" providerId="ADAL" clId="{F4E6325C-A1AC-4237-878A-6E174BAD1748}" dt="2026-09-10T06:11:56.835" v="313" actId="2711"/>
          <ac:spMkLst>
            <pc:docMk/>
            <pc:sldMk cId="2009880183" sldId="289"/>
            <ac:spMk id="2" creationId="{1443423F-B9B3-7012-5F3A-16BF489A7ECE}"/>
          </ac:spMkLst>
        </pc:spChg>
        <pc:spChg chg="mod">
          <ac:chgData name="Stella Kim" userId="4db28878-931f-4800-9b1b-011b5c4560d5" providerId="ADAL" clId="{F4E6325C-A1AC-4237-878A-6E174BAD1748}" dt="2026-09-10T06:12:56.611" v="531" actId="113"/>
          <ac:spMkLst>
            <pc:docMk/>
            <pc:sldMk cId="2009880183" sldId="289"/>
            <ac:spMk id="3" creationId="{13643D9E-C5DA-B581-6F37-292A65644B1A}"/>
          </ac:spMkLst>
        </pc:spChg>
        <pc:picChg chg="add mod">
          <ac:chgData name="Stella Kim" userId="4db28878-931f-4800-9b1b-011b5c4560d5" providerId="ADAL" clId="{F4E6325C-A1AC-4237-878A-6E174BAD1748}" dt="2026-09-10T06:11:15.159" v="75" actId="1076"/>
          <ac:picMkLst>
            <pc:docMk/>
            <pc:sldMk cId="2009880183" sldId="289"/>
            <ac:picMk id="6" creationId="{A939394E-E9EA-429C-2697-053EFF7AAF4F}"/>
          </ac:picMkLst>
        </pc:picChg>
      </pc:sldChg>
      <pc:sldChg chg="addSp delSp modSp new mod">
        <pc:chgData name="Stella Kim" userId="4db28878-931f-4800-9b1b-011b5c4560d5" providerId="ADAL" clId="{F4E6325C-A1AC-4237-878A-6E174BAD1748}" dt="2026-09-10T09:17:51.095" v="3437" actId="20577"/>
        <pc:sldMkLst>
          <pc:docMk/>
          <pc:sldMk cId="1710347384" sldId="290"/>
        </pc:sldMkLst>
        <pc:spChg chg="mod">
          <ac:chgData name="Stella Kim" userId="4db28878-931f-4800-9b1b-011b5c4560d5" providerId="ADAL" clId="{F4E6325C-A1AC-4237-878A-6E174BAD1748}" dt="2026-09-10T06:14:31.040" v="787" actId="113"/>
          <ac:spMkLst>
            <pc:docMk/>
            <pc:sldMk cId="1710347384" sldId="290"/>
            <ac:spMk id="2" creationId="{A0CB701B-9116-205B-D7F9-E0FEC0FC2830}"/>
          </ac:spMkLst>
        </pc:spChg>
        <pc:spChg chg="mod">
          <ac:chgData name="Stella Kim" userId="4db28878-931f-4800-9b1b-011b5c4560d5" providerId="ADAL" clId="{F4E6325C-A1AC-4237-878A-6E174BAD1748}" dt="2026-09-10T09:17:51.095" v="3437" actId="20577"/>
          <ac:spMkLst>
            <pc:docMk/>
            <pc:sldMk cId="1710347384" sldId="290"/>
            <ac:spMk id="3" creationId="{0867CFDE-329C-4052-5863-F3B0945419AE}"/>
          </ac:spMkLst>
        </pc:spChg>
        <pc:picChg chg="add del mod">
          <ac:chgData name="Stella Kim" userId="4db28878-931f-4800-9b1b-011b5c4560d5" providerId="ADAL" clId="{F4E6325C-A1AC-4237-878A-6E174BAD1748}" dt="2026-09-10T08:47:02.077" v="3270" actId="478"/>
          <ac:picMkLst>
            <pc:docMk/>
            <pc:sldMk cId="1710347384" sldId="290"/>
            <ac:picMk id="6" creationId="{02D7CFAC-5476-3735-7194-F82BDDAC28BA}"/>
          </ac:picMkLst>
        </pc:picChg>
        <pc:picChg chg="add mod">
          <ac:chgData name="Stella Kim" userId="4db28878-931f-4800-9b1b-011b5c4560d5" providerId="ADAL" clId="{F4E6325C-A1AC-4237-878A-6E174BAD1748}" dt="2026-09-10T08:47:06.095" v="3272" actId="1076"/>
          <ac:picMkLst>
            <pc:docMk/>
            <pc:sldMk cId="1710347384" sldId="290"/>
            <ac:picMk id="8" creationId="{E4ED90FA-20EF-0A40-9836-BE2E74E97D23}"/>
          </ac:picMkLst>
        </pc:picChg>
      </pc:sldChg>
      <pc:sldChg chg="addSp modSp new mod">
        <pc:chgData name="Stella Kim" userId="4db28878-931f-4800-9b1b-011b5c4560d5" providerId="ADAL" clId="{F4E6325C-A1AC-4237-878A-6E174BAD1748}" dt="2026-09-10T09:10:27.580" v="3276" actId="2711"/>
        <pc:sldMkLst>
          <pc:docMk/>
          <pc:sldMk cId="2402414456" sldId="291"/>
        </pc:sldMkLst>
        <pc:spChg chg="mod">
          <ac:chgData name="Stella Kim" userId="4db28878-931f-4800-9b1b-011b5c4560d5" providerId="ADAL" clId="{F4E6325C-A1AC-4237-878A-6E174BAD1748}" dt="2026-09-10T09:10:27.580" v="3276" actId="2711"/>
          <ac:spMkLst>
            <pc:docMk/>
            <pc:sldMk cId="2402414456" sldId="291"/>
            <ac:spMk id="2" creationId="{4413BDF8-3A9D-3E82-D846-DB5E68671EBD}"/>
          </ac:spMkLst>
        </pc:spChg>
        <pc:spChg chg="mod">
          <ac:chgData name="Stella Kim" userId="4db28878-931f-4800-9b1b-011b5c4560d5" providerId="ADAL" clId="{F4E6325C-A1AC-4237-878A-6E174BAD1748}" dt="2026-09-10T06:37:27.774" v="2185" actId="20577"/>
          <ac:spMkLst>
            <pc:docMk/>
            <pc:sldMk cId="2402414456" sldId="291"/>
            <ac:spMk id="3" creationId="{1937F486-7274-2178-A5C0-F8658F6BAFAA}"/>
          </ac:spMkLst>
        </pc:spChg>
        <pc:picChg chg="add mod">
          <ac:chgData name="Stella Kim" userId="4db28878-931f-4800-9b1b-011b5c4560d5" providerId="ADAL" clId="{F4E6325C-A1AC-4237-878A-6E174BAD1748}" dt="2026-09-10T06:23:03.502" v="1268" actId="1076"/>
          <ac:picMkLst>
            <pc:docMk/>
            <pc:sldMk cId="2402414456" sldId="291"/>
            <ac:picMk id="6" creationId="{E515DC74-0DDD-38B8-592E-8ABBFAEA1998}"/>
          </ac:picMkLst>
        </pc:picChg>
        <pc:picChg chg="add mod">
          <ac:chgData name="Stella Kim" userId="4db28878-931f-4800-9b1b-011b5c4560d5" providerId="ADAL" clId="{F4E6325C-A1AC-4237-878A-6E174BAD1748}" dt="2026-09-10T06:30:23.698" v="1725" actId="1076"/>
          <ac:picMkLst>
            <pc:docMk/>
            <pc:sldMk cId="2402414456" sldId="291"/>
            <ac:picMk id="8" creationId="{A3F857C5-E1AB-A688-D5C3-D44BD23F531B}"/>
          </ac:picMkLst>
        </pc:picChg>
        <pc:picChg chg="add mod">
          <ac:chgData name="Stella Kim" userId="4db28878-931f-4800-9b1b-011b5c4560d5" providerId="ADAL" clId="{F4E6325C-A1AC-4237-878A-6E174BAD1748}" dt="2026-09-10T06:30:48.340" v="1789" actId="1076"/>
          <ac:picMkLst>
            <pc:docMk/>
            <pc:sldMk cId="2402414456" sldId="291"/>
            <ac:picMk id="10" creationId="{31A7352E-9121-E7CA-19B5-0353906A6F56}"/>
          </ac:picMkLst>
        </pc:picChg>
      </pc:sldChg>
      <pc:sldChg chg="addSp delSp modSp new mod">
        <pc:chgData name="Stella Kim" userId="4db28878-931f-4800-9b1b-011b5c4560d5" providerId="ADAL" clId="{F4E6325C-A1AC-4237-878A-6E174BAD1748}" dt="2026-09-10T06:55:48.531" v="2866" actId="1076"/>
        <pc:sldMkLst>
          <pc:docMk/>
          <pc:sldMk cId="3449026954" sldId="292"/>
        </pc:sldMkLst>
        <pc:spChg chg="mod">
          <ac:chgData name="Stella Kim" userId="4db28878-931f-4800-9b1b-011b5c4560d5" providerId="ADAL" clId="{F4E6325C-A1AC-4237-878A-6E174BAD1748}" dt="2026-09-10T06:48:01.326" v="2476" actId="2711"/>
          <ac:spMkLst>
            <pc:docMk/>
            <pc:sldMk cId="3449026954" sldId="292"/>
            <ac:spMk id="2" creationId="{D6DA3951-1D48-9980-527E-259F67F8B284}"/>
          </ac:spMkLst>
        </pc:spChg>
        <pc:spChg chg="mod">
          <ac:chgData name="Stella Kim" userId="4db28878-931f-4800-9b1b-011b5c4560d5" providerId="ADAL" clId="{F4E6325C-A1AC-4237-878A-6E174BAD1748}" dt="2026-09-10T06:51:32.947" v="2865" actId="255"/>
          <ac:spMkLst>
            <pc:docMk/>
            <pc:sldMk cId="3449026954" sldId="292"/>
            <ac:spMk id="3" creationId="{7DFAD8FB-A399-C3EE-E20F-63398EF501A6}"/>
          </ac:spMkLst>
        </pc:spChg>
        <pc:picChg chg="add del">
          <ac:chgData name="Stella Kim" userId="4db28878-931f-4800-9b1b-011b5c4560d5" providerId="ADAL" clId="{F4E6325C-A1AC-4237-878A-6E174BAD1748}" dt="2026-09-10T06:46:37.522" v="2188" actId="478"/>
          <ac:picMkLst>
            <pc:docMk/>
            <pc:sldMk cId="3449026954" sldId="292"/>
            <ac:picMk id="6" creationId="{7F6E8327-C871-DD26-439F-F60D5FD96AB9}"/>
          </ac:picMkLst>
        </pc:picChg>
        <pc:picChg chg="add mod">
          <ac:chgData name="Stella Kim" userId="4db28878-931f-4800-9b1b-011b5c4560d5" providerId="ADAL" clId="{F4E6325C-A1AC-4237-878A-6E174BAD1748}" dt="2026-09-10T06:55:48.531" v="2866" actId="1076"/>
          <ac:picMkLst>
            <pc:docMk/>
            <pc:sldMk cId="3449026954" sldId="292"/>
            <ac:picMk id="8" creationId="{46738255-0FC0-A919-A81D-9F27C038D2CF}"/>
          </ac:picMkLst>
        </pc:picChg>
      </pc:sldChg>
      <pc:sldChg chg="addSp modSp new mod">
        <pc:chgData name="Stella Kim" userId="4db28878-931f-4800-9b1b-011b5c4560d5" providerId="ADAL" clId="{F4E6325C-A1AC-4237-878A-6E174BAD1748}" dt="2026-09-10T06:50:10.409" v="2666" actId="20577"/>
        <pc:sldMkLst>
          <pc:docMk/>
          <pc:sldMk cId="2669901444" sldId="293"/>
        </pc:sldMkLst>
        <pc:spChg chg="mod">
          <ac:chgData name="Stella Kim" userId="4db28878-931f-4800-9b1b-011b5c4560d5" providerId="ADAL" clId="{F4E6325C-A1AC-4237-878A-6E174BAD1748}" dt="2026-09-10T06:49:51.610" v="2643" actId="2711"/>
          <ac:spMkLst>
            <pc:docMk/>
            <pc:sldMk cId="2669901444" sldId="293"/>
            <ac:spMk id="2" creationId="{D92C222B-2113-2C3D-B435-26541EC402A9}"/>
          </ac:spMkLst>
        </pc:spChg>
        <pc:spChg chg="mod">
          <ac:chgData name="Stella Kim" userId="4db28878-931f-4800-9b1b-011b5c4560d5" providerId="ADAL" clId="{F4E6325C-A1AC-4237-878A-6E174BAD1748}" dt="2026-09-10T06:50:10.409" v="2666" actId="20577"/>
          <ac:spMkLst>
            <pc:docMk/>
            <pc:sldMk cId="2669901444" sldId="293"/>
            <ac:spMk id="3" creationId="{5F311150-BBD6-F684-6053-46D4778AE545}"/>
          </ac:spMkLst>
        </pc:spChg>
        <pc:picChg chg="add">
          <ac:chgData name="Stella Kim" userId="4db28878-931f-4800-9b1b-011b5c4560d5" providerId="ADAL" clId="{F4E6325C-A1AC-4237-878A-6E174BAD1748}" dt="2026-09-10T06:48:58.229" v="2482" actId="22"/>
          <ac:picMkLst>
            <pc:docMk/>
            <pc:sldMk cId="2669901444" sldId="293"/>
            <ac:picMk id="6" creationId="{56C22B36-A2AF-B330-738D-E8F4A7937A9B}"/>
          </ac:picMkLst>
        </pc:picChg>
      </pc:sldChg>
      <pc:sldChg chg="addSp modSp new mod">
        <pc:chgData name="Stella Kim" userId="4db28878-931f-4800-9b1b-011b5c4560d5" providerId="ADAL" clId="{F4E6325C-A1AC-4237-878A-6E174BAD1748}" dt="2026-09-10T06:56:29.944" v="3078" actId="255"/>
        <pc:sldMkLst>
          <pc:docMk/>
          <pc:sldMk cId="2791779273" sldId="294"/>
        </pc:sldMkLst>
        <pc:spChg chg="mod">
          <ac:chgData name="Stella Kim" userId="4db28878-931f-4800-9b1b-011b5c4560d5" providerId="ADAL" clId="{F4E6325C-A1AC-4237-878A-6E174BAD1748}" dt="2026-09-10T06:56:01.433" v="2894" actId="2711"/>
          <ac:spMkLst>
            <pc:docMk/>
            <pc:sldMk cId="2791779273" sldId="294"/>
            <ac:spMk id="2" creationId="{DCB15A71-5ADD-638A-16B8-1D844E0026B1}"/>
          </ac:spMkLst>
        </pc:spChg>
        <pc:spChg chg="mod">
          <ac:chgData name="Stella Kim" userId="4db28878-931f-4800-9b1b-011b5c4560d5" providerId="ADAL" clId="{F4E6325C-A1AC-4237-878A-6E174BAD1748}" dt="2026-09-10T06:56:29.944" v="3078" actId="255"/>
          <ac:spMkLst>
            <pc:docMk/>
            <pc:sldMk cId="2791779273" sldId="294"/>
            <ac:spMk id="3" creationId="{7FA17A70-F397-451F-328D-1337FF87F0C3}"/>
          </ac:spMkLst>
        </pc:spChg>
        <pc:picChg chg="add">
          <ac:chgData name="Stella Kim" userId="4db28878-931f-4800-9b1b-011b5c4560d5" providerId="ADAL" clId="{F4E6325C-A1AC-4237-878A-6E174BAD1748}" dt="2026-09-10T06:55:51.141" v="2868" actId="22"/>
          <ac:picMkLst>
            <pc:docMk/>
            <pc:sldMk cId="2791779273" sldId="294"/>
            <ac:picMk id="6" creationId="{5273F748-3629-54FC-F146-A236C8E549FE}"/>
          </ac:picMkLst>
        </pc:picChg>
      </pc:sldChg>
      <pc:sldChg chg="addSp modSp new mod">
        <pc:chgData name="Stella Kim" userId="4db28878-931f-4800-9b1b-011b5c4560d5" providerId="ADAL" clId="{F4E6325C-A1AC-4237-878A-6E174BAD1748}" dt="2026-09-10T09:20:11.680" v="4031" actId="20577"/>
        <pc:sldMkLst>
          <pc:docMk/>
          <pc:sldMk cId="1164166663" sldId="295"/>
        </pc:sldMkLst>
        <pc:spChg chg="mod">
          <ac:chgData name="Stella Kim" userId="4db28878-931f-4800-9b1b-011b5c4560d5" providerId="ADAL" clId="{F4E6325C-A1AC-4237-878A-6E174BAD1748}" dt="2026-09-10T09:16:27.864" v="3329" actId="2711"/>
          <ac:spMkLst>
            <pc:docMk/>
            <pc:sldMk cId="1164166663" sldId="295"/>
            <ac:spMk id="2" creationId="{E496C189-1835-E4BF-0115-377E4DCA4844}"/>
          </ac:spMkLst>
        </pc:spChg>
        <pc:spChg chg="mod">
          <ac:chgData name="Stella Kim" userId="4db28878-931f-4800-9b1b-011b5c4560d5" providerId="ADAL" clId="{F4E6325C-A1AC-4237-878A-6E174BAD1748}" dt="2026-09-10T09:20:11.680" v="4031" actId="20577"/>
          <ac:spMkLst>
            <pc:docMk/>
            <pc:sldMk cId="1164166663" sldId="295"/>
            <ac:spMk id="3" creationId="{62336EA8-B2BF-01CD-C404-16F52480B3E9}"/>
          </ac:spMkLst>
        </pc:spChg>
        <pc:picChg chg="add mod">
          <ac:chgData name="Stella Kim" userId="4db28878-931f-4800-9b1b-011b5c4560d5" providerId="ADAL" clId="{F4E6325C-A1AC-4237-878A-6E174BAD1748}" dt="2026-09-10T09:17:18.588" v="3399" actId="1076"/>
          <ac:picMkLst>
            <pc:docMk/>
            <pc:sldMk cId="1164166663" sldId="295"/>
            <ac:picMk id="6" creationId="{F865475E-DB3F-752A-C498-EFF80993F88F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6B018-92F9-4EC8-B5C2-4A3213AEDF45}" type="datetimeFigureOut">
              <a:rPr lang="en-GB"/>
              <a:t>10/09/2026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97B6F-439F-43F9-B402-2818A1885638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0768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oloplast" pitchFamily="2" charset="0"/>
              </a:defRPr>
            </a:lvl1pPr>
          </a:lstStyle>
          <a:p>
            <a:endParaRPr lang="da-DK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oloplast" pitchFamily="2" charset="0"/>
              </a:defRPr>
            </a:lvl1pPr>
          </a:lstStyle>
          <a:p>
            <a:fld id="{CD72A38B-F9FA-4036-A084-652409E98F08}" type="datetimeFigureOut">
              <a:rPr lang="da-DK"/>
              <a:pPr/>
              <a:t>10-09-2026</a:t>
            </a:fld>
            <a:endParaRPr lang="da-DK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oloplast" pitchFamily="2" charset="0"/>
              </a:defRPr>
            </a:lvl1pPr>
          </a:lstStyle>
          <a:p>
            <a:endParaRPr lang="da-DK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oloplast" pitchFamily="2" charset="0"/>
              </a:defRPr>
            </a:lvl1pPr>
          </a:lstStyle>
          <a:p>
            <a:fld id="{49436F85-577F-4A92-A47F-D540A2BCC821}" type="slidenum">
              <a:rPr lang="da-DK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oloplast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oloplast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oloplast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oloplast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oloplas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5.svg"/><Relationship Id="rId6" Type="http://schemas.openxmlformats.org/officeDocument/2006/relationships/image" Target="../media/image6.svg"/><Relationship Id="rId7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3.svg"/><Relationship Id="rId7" Type="http://schemas.openxmlformats.org/officeDocument/2006/relationships/image" Target="../media/image4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Relationship Id="rId5" Type="http://schemas.openxmlformats.org/officeDocument/2006/relationships/image" Target="../media/image11.svg"/><Relationship Id="rId6" Type="http://schemas.openxmlformats.org/officeDocument/2006/relationships/image" Target="../media/image12.svg"/><Relationship Id="rId7" Type="http://schemas.openxmlformats.org/officeDocument/2006/relationships/image" Target="../media/image2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3.svg"/><Relationship Id="rId6" Type="http://schemas.openxmlformats.org/officeDocument/2006/relationships/image" Target="../media/image4.svg"/><Relationship Id="rId7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svg"/><Relationship Id="rId4" Type="http://schemas.openxmlformats.org/officeDocument/2006/relationships/image" Target="../media/image1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_DateCustomB">
            <a:extLst>
              <a:ext uri="{FF2B5EF4-FFF2-40B4-BE49-F238E27FC236}">
                <a16:creationId xmlns:a16="http://schemas.microsoft.com/office/drawing/2014/main" id="{43440DF8-1325-D51A-6356-D463BAE44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8811" y="360000"/>
            <a:ext cx="2414438" cy="216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rgbClr val="213D46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FLD_PresentationTitle">
            <a:extLst>
              <a:ext uri="{FF2B5EF4-FFF2-40B4-BE49-F238E27FC236}">
                <a16:creationId xmlns:a16="http://schemas.microsoft.com/office/drawing/2014/main" id="{4B6F80E8-E49E-A338-DC29-048292020B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28813" y="1636713"/>
            <a:ext cx="6662589" cy="204248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3000"/>
              </a:lnSpc>
              <a:defRPr sz="6000" b="0" i="0">
                <a:solidFill>
                  <a:srgbClr val="213D46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for your main headline</a:t>
            </a:r>
            <a:endParaRPr lang="en-GB" dirty="0"/>
          </a:p>
        </p:txBody>
      </p:sp>
      <p:sp>
        <p:nvSpPr>
          <p:cNvPr id="15" name="FLD_PresentationSubtitle">
            <a:extLst>
              <a:ext uri="{FF2B5EF4-FFF2-40B4-BE49-F238E27FC236}">
                <a16:creationId xmlns:a16="http://schemas.microsoft.com/office/drawing/2014/main" id="{719BD6D3-0AE7-C9ED-DAF7-536FE84EC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8811" y="3842361"/>
            <a:ext cx="6662589" cy="75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rgbClr val="213D46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rgbClr val="40404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descriptor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AA41923-76DE-945C-AEB0-5A677B5141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24824" y="-1"/>
            <a:ext cx="4068000" cy="6208713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9" name="Turquoise bat">
            <a:extLst>
              <a:ext uri="{FF2B5EF4-FFF2-40B4-BE49-F238E27FC236}">
                <a16:creationId xmlns:a16="http://schemas.microsoft.com/office/drawing/2014/main" id="{ECC17C64-79D9-8EB8-E437-5DE417F0EA39}"/>
              </a:ext>
            </a:extLst>
          </p:cNvPr>
          <p:cNvSpPr/>
          <p:nvPr userDrawn="1"/>
        </p:nvSpPr>
        <p:spPr>
          <a:xfrm>
            <a:off x="0" y="6208713"/>
            <a:ext cx="12192000" cy="649287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bg1"/>
              </a:solidFill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953866-AB21-EE3B-8CDE-F4B6F6DE6ADA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820760BA-E6DB-1B24-192B-2F0A7A9EF81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6" name="Coloplast logo">
            <a:extLst>
              <a:ext uri="{FF2B5EF4-FFF2-40B4-BE49-F238E27FC236}">
                <a16:creationId xmlns:a16="http://schemas.microsoft.com/office/drawing/2014/main" id="{954B3627-F7B7-345D-37DB-6D43C767B1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85400" y="6380803"/>
            <a:ext cx="1360488" cy="305564"/>
          </a:xfrm>
          <a:prstGeom prst="rect">
            <a:avLst/>
          </a:prstGeom>
        </p:spPr>
      </p:pic>
      <p:grpSp>
        <p:nvGrpSpPr>
          <p:cNvPr id="19" name="Logos">
            <a:extLst>
              <a:ext uri="{FF2B5EF4-FFF2-40B4-BE49-F238E27FC236}">
                <a16:creationId xmlns:a16="http://schemas.microsoft.com/office/drawing/2014/main" id="{5EB2A0B8-33DA-D611-9B00-597F2F3EB72E}"/>
              </a:ext>
            </a:extLst>
          </p:cNvPr>
          <p:cNvGrpSpPr/>
          <p:nvPr userDrawn="1"/>
        </p:nvGrpSpPr>
        <p:grpSpPr>
          <a:xfrm>
            <a:off x="8529932" y="6373717"/>
            <a:ext cx="3031853" cy="315869"/>
            <a:chOff x="8529932" y="6373717"/>
            <a:chExt cx="3031853" cy="315869"/>
          </a:xfrm>
        </p:grpSpPr>
        <p:pic>
          <p:nvPicPr>
            <p:cNvPr id="20" name="Atos logo" hidden="1">
              <a:extLst>
                <a:ext uri="{FF2B5EF4-FFF2-40B4-BE49-F238E27FC236}">
                  <a16:creationId xmlns:a16="http://schemas.microsoft.com/office/drawing/2014/main" id="{654B4091-1BB8-266A-6CD3-8F3649EBFF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21" name="Coloplast Care" hidden="1">
              <a:extLst>
                <a:ext uri="{FF2B5EF4-FFF2-40B4-BE49-F238E27FC236}">
                  <a16:creationId xmlns:a16="http://schemas.microsoft.com/office/drawing/2014/main" id="{615886DA-772F-AB03-5DE0-B35A87DD14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55144" y="6375600"/>
              <a:ext cx="1991156" cy="309600"/>
            </a:xfrm>
            <a:prstGeom prst="rect">
              <a:avLst/>
            </a:prstGeom>
          </p:spPr>
        </p:pic>
        <p:pic>
          <p:nvPicPr>
            <p:cNvPr id="22" name="Coloplast Homecare" hidden="1">
              <a:extLst>
                <a:ext uri="{FF2B5EF4-FFF2-40B4-BE49-F238E27FC236}">
                  <a16:creationId xmlns:a16="http://schemas.microsoft.com/office/drawing/2014/main" id="{235B7825-50BA-AE90-DB54-D2E21D5B8F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83597" y="6376520"/>
              <a:ext cx="2578188" cy="313066"/>
            </a:xfrm>
            <a:prstGeom prst="rect">
              <a:avLst/>
            </a:prstGeom>
          </p:spPr>
        </p:pic>
        <p:pic>
          <p:nvPicPr>
            <p:cNvPr id="23" name="Coloplast Professional" hidden="1">
              <a:extLst>
                <a:ext uri="{FF2B5EF4-FFF2-40B4-BE49-F238E27FC236}">
                  <a16:creationId xmlns:a16="http://schemas.microsoft.com/office/drawing/2014/main" id="{F6638D3B-8911-9C39-FACE-40A3C46CAD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730195" y="6375600"/>
              <a:ext cx="2736318" cy="309600"/>
            </a:xfrm>
            <a:prstGeom prst="rect">
              <a:avLst/>
            </a:prstGeom>
          </p:spPr>
        </p:pic>
        <p:pic>
          <p:nvPicPr>
            <p:cNvPr id="24" name="Lilial à domicile logo" hidden="1">
              <a:extLst>
                <a:ext uri="{FF2B5EF4-FFF2-40B4-BE49-F238E27FC236}">
                  <a16:creationId xmlns:a16="http://schemas.microsoft.com/office/drawing/2014/main" id="{F520320A-DB77-BEE9-FEA8-3A182035DF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29932" y="6373717"/>
              <a:ext cx="3019691" cy="307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4333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8">
          <p15:clr>
            <a:srgbClr val="FBAE40"/>
          </p15:clr>
        </p15:guide>
        <p15:guide id="5" pos="4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_DateCustomB">
            <a:extLst>
              <a:ext uri="{FF2B5EF4-FFF2-40B4-BE49-F238E27FC236}">
                <a16:creationId xmlns:a16="http://schemas.microsoft.com/office/drawing/2014/main" id="{43440DF8-1325-D51A-6356-D463BAE44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8811" y="360000"/>
            <a:ext cx="2414438" cy="216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rgbClr val="213D46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FLD_PresentationTitle">
            <a:extLst>
              <a:ext uri="{FF2B5EF4-FFF2-40B4-BE49-F238E27FC236}">
                <a16:creationId xmlns:a16="http://schemas.microsoft.com/office/drawing/2014/main" id="{4B6F80E8-E49E-A338-DC29-048292020B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28813" y="1636713"/>
            <a:ext cx="6662589" cy="204248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3000"/>
              </a:lnSpc>
              <a:defRPr sz="6000" b="0" i="0">
                <a:solidFill>
                  <a:srgbClr val="213D46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for your main headline</a:t>
            </a:r>
            <a:endParaRPr lang="en-GB" dirty="0"/>
          </a:p>
        </p:txBody>
      </p:sp>
      <p:sp>
        <p:nvSpPr>
          <p:cNvPr id="15" name="FLD_PresentationSubtitle">
            <a:extLst>
              <a:ext uri="{FF2B5EF4-FFF2-40B4-BE49-F238E27FC236}">
                <a16:creationId xmlns:a16="http://schemas.microsoft.com/office/drawing/2014/main" id="{719BD6D3-0AE7-C9ED-DAF7-536FE84EC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8811" y="3842361"/>
            <a:ext cx="6662589" cy="75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rgbClr val="213D46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rgbClr val="40404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descriptor</a:t>
            </a:r>
          </a:p>
        </p:txBody>
      </p:sp>
      <p:sp>
        <p:nvSpPr>
          <p:cNvPr id="9" name="Turquoise bar">
            <a:extLst>
              <a:ext uri="{FF2B5EF4-FFF2-40B4-BE49-F238E27FC236}">
                <a16:creationId xmlns:a16="http://schemas.microsoft.com/office/drawing/2014/main" id="{ECC17C64-79D9-8EB8-E437-5DE417F0EA39}"/>
              </a:ext>
            </a:extLst>
          </p:cNvPr>
          <p:cNvSpPr/>
          <p:nvPr userDrawn="1"/>
        </p:nvSpPr>
        <p:spPr>
          <a:xfrm>
            <a:off x="0" y="6208713"/>
            <a:ext cx="12192000" cy="649287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bg1"/>
              </a:solidFill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FBC5561-72A3-1C73-4347-778E91D32E80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226F580-C34A-8FAF-892F-F70388AFB3C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0" name="Logos">
            <a:extLst>
              <a:ext uri="{FF2B5EF4-FFF2-40B4-BE49-F238E27FC236}">
                <a16:creationId xmlns:a16="http://schemas.microsoft.com/office/drawing/2014/main" id="{36162CC0-8DCA-E257-A2D4-797F8D9F7CAC}"/>
              </a:ext>
            </a:extLst>
          </p:cNvPr>
          <p:cNvGrpSpPr/>
          <p:nvPr userDrawn="1"/>
        </p:nvGrpSpPr>
        <p:grpSpPr>
          <a:xfrm>
            <a:off x="8529932" y="6373717"/>
            <a:ext cx="3031853" cy="315869"/>
            <a:chOff x="8529932" y="6373717"/>
            <a:chExt cx="3031853" cy="315869"/>
          </a:xfrm>
        </p:grpSpPr>
        <p:pic>
          <p:nvPicPr>
            <p:cNvPr id="2" name="Atos logo" hidden="1">
              <a:extLst>
                <a:ext uri="{FF2B5EF4-FFF2-40B4-BE49-F238E27FC236}">
                  <a16:creationId xmlns:a16="http://schemas.microsoft.com/office/drawing/2014/main" id="{16FA40BE-E307-6E45-F068-7D98F69FE7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4" name="Coloplast Care" hidden="1">
              <a:extLst>
                <a:ext uri="{FF2B5EF4-FFF2-40B4-BE49-F238E27FC236}">
                  <a16:creationId xmlns:a16="http://schemas.microsoft.com/office/drawing/2014/main" id="{8D66581A-D5B7-A841-5713-29D5CDE23D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5144" y="6375600"/>
              <a:ext cx="1991156" cy="309600"/>
            </a:xfrm>
            <a:prstGeom prst="rect">
              <a:avLst/>
            </a:prstGeom>
          </p:spPr>
        </p:pic>
        <p:pic>
          <p:nvPicPr>
            <p:cNvPr id="5" name="Coloplast Homecare" hidden="1">
              <a:extLst>
                <a:ext uri="{FF2B5EF4-FFF2-40B4-BE49-F238E27FC236}">
                  <a16:creationId xmlns:a16="http://schemas.microsoft.com/office/drawing/2014/main" id="{302CFB15-5F51-C9B7-D918-6E24C2028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3597" y="6376520"/>
              <a:ext cx="2578188" cy="313066"/>
            </a:xfrm>
            <a:prstGeom prst="rect">
              <a:avLst/>
            </a:prstGeom>
          </p:spPr>
        </p:pic>
        <p:pic>
          <p:nvPicPr>
            <p:cNvPr id="6" name="Coloplast Professional" hidden="1">
              <a:extLst>
                <a:ext uri="{FF2B5EF4-FFF2-40B4-BE49-F238E27FC236}">
                  <a16:creationId xmlns:a16="http://schemas.microsoft.com/office/drawing/2014/main" id="{A9E43F1E-E268-8536-55B5-05303CD7DD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30195" y="6375600"/>
              <a:ext cx="2736318" cy="309600"/>
            </a:xfrm>
            <a:prstGeom prst="rect">
              <a:avLst/>
            </a:prstGeom>
          </p:spPr>
        </p:pic>
        <p:pic>
          <p:nvPicPr>
            <p:cNvPr id="7" name="Lilial à domicile logo" hidden="1">
              <a:extLst>
                <a:ext uri="{FF2B5EF4-FFF2-40B4-BE49-F238E27FC236}">
                  <a16:creationId xmlns:a16="http://schemas.microsoft.com/office/drawing/2014/main" id="{404D06A1-E1E4-32A0-57CE-75DDF87741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9932" y="6373717"/>
              <a:ext cx="3019691" cy="307392"/>
            </a:xfrm>
            <a:prstGeom prst="rect">
              <a:avLst/>
            </a:prstGeom>
          </p:spPr>
        </p:pic>
      </p:grpSp>
      <p:pic>
        <p:nvPicPr>
          <p:cNvPr id="3" name="Coloplast logo">
            <a:extLst>
              <a:ext uri="{FF2B5EF4-FFF2-40B4-BE49-F238E27FC236}">
                <a16:creationId xmlns:a16="http://schemas.microsoft.com/office/drawing/2014/main" id="{0A4D6B07-D008-481C-3380-3DC279E67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5400" y="6380803"/>
            <a:ext cx="1360488" cy="30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7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8">
          <p15:clr>
            <a:srgbClr val="FBAE40"/>
          </p15:clr>
        </p15:guide>
        <p15:guide id="5" pos="4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">
    <p:bg>
      <p:bgPr>
        <a:solidFill>
          <a:srgbClr val="27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D33C09A-D2FC-18DF-A0D2-4C769588D78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208713"/>
          </a:xfrm>
          <a:prstGeom prst="rect">
            <a:avLst/>
          </a:prstGeom>
          <a:noFill/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21" name="Date_DateCustomB">
            <a:extLst>
              <a:ext uri="{FF2B5EF4-FFF2-40B4-BE49-F238E27FC236}">
                <a16:creationId xmlns:a16="http://schemas.microsoft.com/office/drawing/2014/main" id="{E6BF0500-C858-1615-5113-6A3F56B85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8815" y="360000"/>
            <a:ext cx="2414434" cy="216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FLD_PresentationTitle">
            <a:extLst>
              <a:ext uri="{FF2B5EF4-FFF2-40B4-BE49-F238E27FC236}">
                <a16:creationId xmlns:a16="http://schemas.microsoft.com/office/drawing/2014/main" id="{86608FF1-2C38-26F3-6D9C-8AA60FE458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28815" y="1409701"/>
            <a:ext cx="5189385" cy="22695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3000"/>
              </a:lnSpc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for your main headline</a:t>
            </a:r>
            <a:endParaRPr lang="en-GB" dirty="0"/>
          </a:p>
        </p:txBody>
      </p:sp>
      <p:sp>
        <p:nvSpPr>
          <p:cNvPr id="16" name="FLD_PresentationSubtitle">
            <a:extLst>
              <a:ext uri="{FF2B5EF4-FFF2-40B4-BE49-F238E27FC236}">
                <a16:creationId xmlns:a16="http://schemas.microsoft.com/office/drawing/2014/main" id="{F2D5A575-54B1-C12E-21E1-2C44F6A139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8816" y="3842361"/>
            <a:ext cx="5185687" cy="75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rgbClr val="40404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descriptor</a:t>
            </a:r>
          </a:p>
        </p:txBody>
      </p:sp>
      <p:sp>
        <p:nvSpPr>
          <p:cNvPr id="2" name="Turquoise bar">
            <a:extLst>
              <a:ext uri="{FF2B5EF4-FFF2-40B4-BE49-F238E27FC236}">
                <a16:creationId xmlns:a16="http://schemas.microsoft.com/office/drawing/2014/main" id="{0A74C846-A997-747F-CCE6-DFFF9036A444}"/>
              </a:ext>
            </a:extLst>
          </p:cNvPr>
          <p:cNvSpPr/>
          <p:nvPr userDrawn="1"/>
        </p:nvSpPr>
        <p:spPr>
          <a:xfrm>
            <a:off x="0" y="6208713"/>
            <a:ext cx="12192000" cy="649287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bg1"/>
              </a:solidFill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40FA5099-5B6D-0ECF-38A6-EC2A59854E15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75F1F435-E537-B842-772E-611A6B1FEAD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Logos">
            <a:extLst>
              <a:ext uri="{FF2B5EF4-FFF2-40B4-BE49-F238E27FC236}">
                <a16:creationId xmlns:a16="http://schemas.microsoft.com/office/drawing/2014/main" id="{F1C71A0F-68C0-3B35-F353-842202CBDD60}"/>
              </a:ext>
            </a:extLst>
          </p:cNvPr>
          <p:cNvGrpSpPr/>
          <p:nvPr userDrawn="1"/>
        </p:nvGrpSpPr>
        <p:grpSpPr>
          <a:xfrm>
            <a:off x="8529932" y="6373717"/>
            <a:ext cx="3031853" cy="315869"/>
            <a:chOff x="8529932" y="6373717"/>
            <a:chExt cx="3031853" cy="315869"/>
          </a:xfrm>
        </p:grpSpPr>
        <p:pic>
          <p:nvPicPr>
            <p:cNvPr id="3" name="Atos logo" hidden="1">
              <a:extLst>
                <a:ext uri="{FF2B5EF4-FFF2-40B4-BE49-F238E27FC236}">
                  <a16:creationId xmlns:a16="http://schemas.microsoft.com/office/drawing/2014/main" id="{C4559B8D-4493-8510-0968-EA68B9EE76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5" name="Coloplast Care" hidden="1">
              <a:extLst>
                <a:ext uri="{FF2B5EF4-FFF2-40B4-BE49-F238E27FC236}">
                  <a16:creationId xmlns:a16="http://schemas.microsoft.com/office/drawing/2014/main" id="{E5F26234-F03F-D2B2-6A00-AA61E5F37C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5144" y="6375600"/>
              <a:ext cx="1991156" cy="309600"/>
            </a:xfrm>
            <a:prstGeom prst="rect">
              <a:avLst/>
            </a:prstGeom>
          </p:spPr>
        </p:pic>
        <p:pic>
          <p:nvPicPr>
            <p:cNvPr id="6" name="Coloplast Homecare" hidden="1">
              <a:extLst>
                <a:ext uri="{FF2B5EF4-FFF2-40B4-BE49-F238E27FC236}">
                  <a16:creationId xmlns:a16="http://schemas.microsoft.com/office/drawing/2014/main" id="{2BF28068-E7ED-475D-0886-F25FCA1D84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83597" y="6376520"/>
              <a:ext cx="2578188" cy="313066"/>
            </a:xfrm>
            <a:prstGeom prst="rect">
              <a:avLst/>
            </a:prstGeom>
          </p:spPr>
        </p:pic>
        <p:pic>
          <p:nvPicPr>
            <p:cNvPr id="7" name="Coloplast Professional" hidden="1">
              <a:extLst>
                <a:ext uri="{FF2B5EF4-FFF2-40B4-BE49-F238E27FC236}">
                  <a16:creationId xmlns:a16="http://schemas.microsoft.com/office/drawing/2014/main" id="{85567C41-296E-1B88-D1EB-1A74D1D203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30195" y="6375600"/>
              <a:ext cx="2736318" cy="309600"/>
            </a:xfrm>
            <a:prstGeom prst="rect">
              <a:avLst/>
            </a:prstGeom>
          </p:spPr>
        </p:pic>
        <p:pic>
          <p:nvPicPr>
            <p:cNvPr id="8" name="Lilial à domicile logo" hidden="1">
              <a:extLst>
                <a:ext uri="{FF2B5EF4-FFF2-40B4-BE49-F238E27FC236}">
                  <a16:creationId xmlns:a16="http://schemas.microsoft.com/office/drawing/2014/main" id="{66A29E57-9630-4B51-3FC9-EC77A964BE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9932" y="6373717"/>
              <a:ext cx="3019691" cy="307392"/>
            </a:xfrm>
            <a:prstGeom prst="rect">
              <a:avLst/>
            </a:prstGeom>
          </p:spPr>
        </p:pic>
      </p:grpSp>
      <p:pic>
        <p:nvPicPr>
          <p:cNvPr id="18" name="Coloplast logo">
            <a:extLst>
              <a:ext uri="{FF2B5EF4-FFF2-40B4-BE49-F238E27FC236}">
                <a16:creationId xmlns:a16="http://schemas.microsoft.com/office/drawing/2014/main" id="{C861A2D8-C319-19C3-74C4-8CDC3C2F3B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5400" y="6380803"/>
            <a:ext cx="1360488" cy="30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77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3728">
          <p15:clr>
            <a:srgbClr val="FBAE40"/>
          </p15:clr>
        </p15:guide>
        <p15:guide id="4" pos="395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">
    <p:bg>
      <p:bgPr>
        <a:solidFill>
          <a:srgbClr val="27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8319E72-8D9D-F209-4091-4AE551E596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22" name="Date_DateCustomB">
            <a:extLst>
              <a:ext uri="{FF2B5EF4-FFF2-40B4-BE49-F238E27FC236}">
                <a16:creationId xmlns:a16="http://schemas.microsoft.com/office/drawing/2014/main" id="{677A8389-4C7C-32E5-C778-63322AB87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8815" y="360000"/>
            <a:ext cx="2414434" cy="2161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FLD_PresentationTitle">
            <a:extLst>
              <a:ext uri="{FF2B5EF4-FFF2-40B4-BE49-F238E27FC236}">
                <a16:creationId xmlns:a16="http://schemas.microsoft.com/office/drawing/2014/main" id="{328110DA-2C35-166D-895A-916003B874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728815" y="1409701"/>
            <a:ext cx="5189385" cy="22695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3000"/>
              </a:lnSpc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for your main headline</a:t>
            </a:r>
            <a:endParaRPr lang="en-GB" dirty="0"/>
          </a:p>
        </p:txBody>
      </p:sp>
      <p:sp>
        <p:nvSpPr>
          <p:cNvPr id="14" name="FLD_PresentationSubtitle">
            <a:extLst>
              <a:ext uri="{FF2B5EF4-FFF2-40B4-BE49-F238E27FC236}">
                <a16:creationId xmlns:a16="http://schemas.microsoft.com/office/drawing/2014/main" id="{6E328E63-EFD7-5B18-F7ED-F38F2A85C7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8816" y="3842361"/>
            <a:ext cx="5185687" cy="756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rgbClr val="40404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descriptor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FF4A6F-296F-3B4B-3549-F75C81D3811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 rot="16200000">
            <a:off x="10690126" y="4867483"/>
            <a:ext cx="671371" cy="2332382"/>
          </a:xfrm>
          <a:prstGeom prst="round2SameRect">
            <a:avLst>
              <a:gd name="adj1" fmla="val 5883"/>
              <a:gd name="adj2" fmla="val 0"/>
            </a:avLst>
          </a:prstGeom>
          <a:solidFill>
            <a:srgbClr val="00A2BA"/>
          </a:solidFill>
          <a:ln>
            <a:noFill/>
          </a:ln>
        </p:spPr>
        <p:txBody>
          <a:bodyPr>
            <a:noAutofit/>
          </a:bodyPr>
          <a:lstStyle>
            <a:lvl1pPr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04DF0045-22E2-ACD1-0892-B775C352445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A3786ED4-48FF-55B0-2032-9A432EB9BD6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Logo">
            <a:extLst>
              <a:ext uri="{FF2B5EF4-FFF2-40B4-BE49-F238E27FC236}">
                <a16:creationId xmlns:a16="http://schemas.microsoft.com/office/drawing/2014/main" id="{FFDA0AFC-03DD-1339-3F4A-A142DEF2DC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77055" y="5867287"/>
            <a:ext cx="1476000" cy="33277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0272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3728">
          <p15:clr>
            <a:srgbClr val="FBAE40"/>
          </p15:clr>
        </p15:guide>
        <p15:guide id="4" pos="39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00F7-61FA-21BB-DFAF-644578FE0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space is for your agenda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8135F81-4DD4-6A96-D45A-CD7EFBA345F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7200" y="163639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CFC0EC9-2BE0-0F9D-FE22-E4F92E1D12E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65832" y="1636395"/>
            <a:ext cx="5925567" cy="3987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lang="en-GB" sz="2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3CADC62-D7F1-DD90-CCFF-6D25CDCEB8A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200" y="2432453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E432A257-67FB-CDCD-99D7-4501B7F4F7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65832" y="2432452"/>
            <a:ext cx="5925567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A97D257-A05C-8D84-7FE5-3E4D2809978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27200" y="4032615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2229F42-484D-1442-5E69-3DCB752084F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65832" y="4032614"/>
            <a:ext cx="5925567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7DF709E-0BA3-9B98-6BF9-F4EC3EDC89D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7200" y="3232534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8C83C65-4E50-A92F-F7A1-A752CCBA5B8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65832" y="3232533"/>
            <a:ext cx="5925567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20ED8930-A9A8-21C0-DF79-D74DAE3EC17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27200" y="483044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7B7BFCB-126B-3A65-62C2-6AFDCF8ECC2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65832" y="4830445"/>
            <a:ext cx="5925567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3" name="Date_DateCustomB">
            <a:extLst>
              <a:ext uri="{FF2B5EF4-FFF2-40B4-BE49-F238E27FC236}">
                <a16:creationId xmlns:a16="http://schemas.microsoft.com/office/drawing/2014/main" id="{19DB1FBC-5220-41C3-FA9C-B3E86CFCB08F}"/>
              </a:ext>
            </a:extLst>
          </p:cNvPr>
          <p:cNvSpPr>
            <a:spLocks noGrp="1"/>
          </p:cNvSpPr>
          <p:nvPr>
            <p:ph type="dt" sz="half" idx="7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D_PresentationTitle">
            <a:extLst>
              <a:ext uri="{FF2B5EF4-FFF2-40B4-BE49-F238E27FC236}">
                <a16:creationId xmlns:a16="http://schemas.microsoft.com/office/drawing/2014/main" id="{C9BB96F8-F7F6-5695-29AC-D96706B202ED}"/>
              </a:ext>
            </a:extLst>
          </p:cNvPr>
          <p:cNvSpPr>
            <a:spLocks noGrp="1"/>
          </p:cNvSpPr>
          <p:nvPr>
            <p:ph type="ftr" sz="quarter" idx="7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45DC8-75F2-79AA-FCDA-E69F600D2531}"/>
              </a:ext>
            </a:extLst>
          </p:cNvPr>
          <p:cNvSpPr>
            <a:spLocks noGrp="1"/>
          </p:cNvSpPr>
          <p:nvPr>
            <p:ph type="sldNum" sz="quarter" idx="72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9A2CC-4465-E57B-ECD1-0B8103D341F1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4" name="Logos">
            <a:extLst>
              <a:ext uri="{FF2B5EF4-FFF2-40B4-BE49-F238E27FC236}">
                <a16:creationId xmlns:a16="http://schemas.microsoft.com/office/drawing/2014/main" id="{399C26F8-4487-8847-22DF-4B4F00D33157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12" name="Atos logo" hidden="1">
              <a:extLst>
                <a:ext uri="{FF2B5EF4-FFF2-40B4-BE49-F238E27FC236}">
                  <a16:creationId xmlns:a16="http://schemas.microsoft.com/office/drawing/2014/main" id="{DCEB786D-9D37-6F0F-FFCC-6574D35673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8" name="Lilial à domicile logo" hidden="1">
              <a:extLst>
                <a:ext uri="{FF2B5EF4-FFF2-40B4-BE49-F238E27FC236}">
                  <a16:creationId xmlns:a16="http://schemas.microsoft.com/office/drawing/2014/main" id="{54CD373E-5667-7E22-BE70-2A9DC8E5AC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9" name="Coloplast Professional" hidden="1">
              <a:extLst>
                <a:ext uri="{FF2B5EF4-FFF2-40B4-BE49-F238E27FC236}">
                  <a16:creationId xmlns:a16="http://schemas.microsoft.com/office/drawing/2014/main" id="{F898FF22-5C2F-B056-D194-F967EB5FFD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0" name="Coloplast Homecare" hidden="1">
              <a:extLst>
                <a:ext uri="{FF2B5EF4-FFF2-40B4-BE49-F238E27FC236}">
                  <a16:creationId xmlns:a16="http://schemas.microsoft.com/office/drawing/2014/main" id="{E6AD9A0F-ADB4-D869-14F4-8C4C828E17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1" name="Coloplast Care" hidden="1">
              <a:extLst>
                <a:ext uri="{FF2B5EF4-FFF2-40B4-BE49-F238E27FC236}">
                  <a16:creationId xmlns:a16="http://schemas.microsoft.com/office/drawing/2014/main" id="{6E7EA90D-9642-B925-D6F3-BA62B29A08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7" name="Logo emf">
            <a:extLst>
              <a:ext uri="{FF2B5EF4-FFF2-40B4-BE49-F238E27FC236}">
                <a16:creationId xmlns:a16="http://schemas.microsoft.com/office/drawing/2014/main" id="{18D19BAC-9819-B1F9-FCFF-9E37870C704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70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65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59206743-73B5-9518-0323-587E10481D4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7200" y="163639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1A95BBC-A67F-39EF-219E-EECF09732A2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65832" y="1636395"/>
            <a:ext cx="4456259" cy="3987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lang="en-GB" sz="2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B10A8390-1F73-7DD1-AEEA-91D3353F4B1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27200" y="2432453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2990A4EA-232E-76CC-2F07-408A1851935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65832" y="2432452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B3DB39D6-D5D4-0BFA-3C8E-B46A1FD689D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27200" y="4032615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8E063507-662E-14AB-D8EB-A1073D77700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465832" y="4032614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C7A36AA0-D8E2-92CE-0CF5-C255038C116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27200" y="3232534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4FD31797-F191-1711-F15A-D382443405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65832" y="3232533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E1616DE7-86A7-9283-2180-FD423A7032E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27200" y="483044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3FF179B1-8462-584E-95DB-1E3B8EC2029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65832" y="4830445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6EDC2F3C-9EBB-067C-E202-F20E96660EC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78715" y="163639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D602AB2-6D13-EB7C-A0DA-6D4EFFBA3CE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0254" y="1636395"/>
            <a:ext cx="4456259" cy="3987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lang="en-GB" sz="2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761C075C-D100-6AB2-8750-85BCC1FC7E8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278715" y="2432453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4779EB8-7AAF-7151-5164-AA4D4917EFE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010254" y="2432452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BE96CCE-62A3-112A-B0AD-8C7374CD269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278715" y="4032615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32A0773-65D3-46D1-CB20-22F597816D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010254" y="4032614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BD7744D-1356-CEE5-E334-8E3AC9D5FCC7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278715" y="3232534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3B8E123-4D74-38BE-5ED0-13AC85175C8B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010254" y="3232533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6B9A5400-B7A6-1C20-6F01-B9E7C105848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278715" y="4830446"/>
            <a:ext cx="500800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01.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E00F3AC4-944E-38AA-5940-CEC54F2DB31B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010254" y="4830445"/>
            <a:ext cx="4456259" cy="398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fontAlgn="t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Add an agenda point and number</a:t>
            </a:r>
          </a:p>
        </p:txBody>
      </p:sp>
      <p:sp>
        <p:nvSpPr>
          <p:cNvPr id="3" name="Date_DateCustomB">
            <a:extLst>
              <a:ext uri="{FF2B5EF4-FFF2-40B4-BE49-F238E27FC236}">
                <a16:creationId xmlns:a16="http://schemas.microsoft.com/office/drawing/2014/main" id="{3CA90F80-B68E-DD97-DC4E-BA422ECFAC37}"/>
              </a:ext>
            </a:extLst>
          </p:cNvPr>
          <p:cNvSpPr>
            <a:spLocks noGrp="1"/>
          </p:cNvSpPr>
          <p:nvPr>
            <p:ph type="dt" sz="half" idx="8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D_PresentationTitle">
            <a:extLst>
              <a:ext uri="{FF2B5EF4-FFF2-40B4-BE49-F238E27FC236}">
                <a16:creationId xmlns:a16="http://schemas.microsoft.com/office/drawing/2014/main" id="{811DF014-7D66-685F-35DC-B9C8FB514A99}"/>
              </a:ext>
            </a:extLst>
          </p:cNvPr>
          <p:cNvSpPr>
            <a:spLocks noGrp="1"/>
          </p:cNvSpPr>
          <p:nvPr>
            <p:ph type="ftr" sz="quarter" idx="8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FEB50-68D8-E9F1-BABA-4660703EABB6}"/>
              </a:ext>
            </a:extLst>
          </p:cNvPr>
          <p:cNvSpPr>
            <a:spLocks noGrp="1"/>
          </p:cNvSpPr>
          <p:nvPr>
            <p:ph type="sldNum" sz="quarter" idx="87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11B318-2E37-0662-50C6-BA7D278E0B39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A716D-E457-66ED-986A-02110F109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space is for your agenda title</a:t>
            </a:r>
          </a:p>
        </p:txBody>
      </p:sp>
      <p:grpSp>
        <p:nvGrpSpPr>
          <p:cNvPr id="14" name="Logos">
            <a:extLst>
              <a:ext uri="{FF2B5EF4-FFF2-40B4-BE49-F238E27FC236}">
                <a16:creationId xmlns:a16="http://schemas.microsoft.com/office/drawing/2014/main" id="{DD853F8E-529C-A1B1-9F69-F60DA8ADD0A1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9" name="Atos logo" hidden="1">
              <a:extLst>
                <a:ext uri="{FF2B5EF4-FFF2-40B4-BE49-F238E27FC236}">
                  <a16:creationId xmlns:a16="http://schemas.microsoft.com/office/drawing/2014/main" id="{00E7BBCD-DDC9-9A57-F2E3-D8325F7267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0" name="Lilial à domicile logo" hidden="1">
              <a:extLst>
                <a:ext uri="{FF2B5EF4-FFF2-40B4-BE49-F238E27FC236}">
                  <a16:creationId xmlns:a16="http://schemas.microsoft.com/office/drawing/2014/main" id="{3FA8DF3C-C127-F453-2103-3D6BADBC36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1" name="Coloplast Professional" hidden="1">
              <a:extLst>
                <a:ext uri="{FF2B5EF4-FFF2-40B4-BE49-F238E27FC236}">
                  <a16:creationId xmlns:a16="http://schemas.microsoft.com/office/drawing/2014/main" id="{EB2B9028-84B0-07BB-CDCA-DA36C2F538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2" name="Coloplast Homecare" hidden="1">
              <a:extLst>
                <a:ext uri="{FF2B5EF4-FFF2-40B4-BE49-F238E27FC236}">
                  <a16:creationId xmlns:a16="http://schemas.microsoft.com/office/drawing/2014/main" id="{9C17B338-B58C-CEB7-6A49-042E0994E3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3" name="Coloplast Care" hidden="1">
              <a:extLst>
                <a:ext uri="{FF2B5EF4-FFF2-40B4-BE49-F238E27FC236}">
                  <a16:creationId xmlns:a16="http://schemas.microsoft.com/office/drawing/2014/main" id="{8731766B-53D2-AD6A-4B4F-4CD817FA34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8" name="Logo emf">
            <a:extLst>
              <a:ext uri="{FF2B5EF4-FFF2-40B4-BE49-F238E27FC236}">
                <a16:creationId xmlns:a16="http://schemas.microsoft.com/office/drawing/2014/main" id="{9AFAAFE2-931F-FF9B-7ADC-5D7C06A3AB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005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953">
          <p15:clr>
            <a:srgbClr val="FBAE40"/>
          </p15:clr>
        </p15:guide>
        <p15:guide id="3" pos="46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rgbClr val="00A2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BC93E64-0FCB-4243-AF29-D7F0C2F7C9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7075" y="363600"/>
            <a:ext cx="2422925" cy="12708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83000"/>
              </a:lnSpc>
              <a:buNone/>
              <a:defRPr sz="10000" b="0" i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>
                <a:effectLst/>
              </a:rPr>
              <a:t>01</a:t>
            </a:r>
            <a:endParaRPr lang="en-GB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5546AE-CEB9-5E41-8EB7-AF7A2917F2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27075" y="3184753"/>
            <a:ext cx="7961313" cy="194409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fontAlgn="t">
              <a:lnSpc>
                <a:spcPct val="82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6000" b="0" i="0">
                <a:solidFill>
                  <a:schemeClr val="bg1"/>
                </a:solidFill>
                <a:latin typeface="Coloplast Medium" pitchFamily="2" charset="0"/>
              </a:defRPr>
            </a:lvl1pPr>
          </a:lstStyle>
          <a:p>
            <a:r>
              <a:rPr lang="en-GB" noProof="0" dirty="0"/>
              <a:t>This is a breaker slide</a:t>
            </a:r>
            <a:endParaRPr lang="en-GB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AB8E5CC3-9A0C-C44D-A965-BBA9ED46DB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7075" y="5294488"/>
            <a:ext cx="7961313" cy="914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chemeClr val="bg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is a descriptor for your breaker slide</a:t>
            </a:r>
            <a:endParaRPr lang="en-GB" dirty="0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BFDC78D3-68EA-2484-499C-261D6FCF77C5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8885A798-CAD0-A3E1-D2B1-5F6ECEA22F50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A16DF12-2055-E62F-3AD5-89B77B0897D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p">
            <a:extLst>
              <a:ext uri="{FF2B5EF4-FFF2-40B4-BE49-F238E27FC236}">
                <a16:creationId xmlns:a16="http://schemas.microsoft.com/office/drawing/2014/main" id="{6451CCD9-E1B4-2587-4FA0-D1CD10C5DBC2}"/>
              </a:ext>
            </a:extLst>
          </p:cNvPr>
          <p:cNvSpPr txBox="1"/>
          <p:nvPr userDrawn="1"/>
        </p:nvSpPr>
        <p:spPr>
          <a:xfrm>
            <a:off x="727075" y="-707390"/>
            <a:ext cx="2884226" cy="6318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/>
            <a:r>
              <a:rPr lang="en-GB" sz="1400" dirty="0"/>
              <a:t>Fill in the chapter number if you want it to appear on your breaker slide </a:t>
            </a:r>
          </a:p>
          <a:p>
            <a:pPr fontAlgn="t"/>
            <a:r>
              <a:rPr lang="en-GB" sz="1400" dirty="0">
                <a:sym typeface="Symbol" panose="05050102010706020507" pitchFamily="18" charset="2"/>
              </a:rPr>
              <a:t></a:t>
            </a:r>
            <a:r>
              <a:rPr lang="en-GB" sz="1400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E771C1-BAF3-9063-33EA-9F7C0F685D5B}"/>
              </a:ext>
            </a:extLst>
          </p:cNvPr>
          <p:cNvGrpSpPr/>
          <p:nvPr userDrawn="1"/>
        </p:nvGrpSpPr>
        <p:grpSpPr>
          <a:xfrm>
            <a:off x="9427936" y="6380342"/>
            <a:ext cx="2040288" cy="306024"/>
            <a:chOff x="9427936" y="6380342"/>
            <a:chExt cx="2040288" cy="306024"/>
          </a:xfrm>
        </p:grpSpPr>
        <p:pic>
          <p:nvPicPr>
            <p:cNvPr id="7" name="Atos logo" hidden="1">
              <a:extLst>
                <a:ext uri="{FF2B5EF4-FFF2-40B4-BE49-F238E27FC236}">
                  <a16:creationId xmlns:a16="http://schemas.microsoft.com/office/drawing/2014/main" id="{A3B56804-153E-877E-FE2F-7BF890C92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8" name="Coloplast Professional" hidden="1">
              <a:extLst>
                <a:ext uri="{FF2B5EF4-FFF2-40B4-BE49-F238E27FC236}">
                  <a16:creationId xmlns:a16="http://schemas.microsoft.com/office/drawing/2014/main" id="{52E28357-706B-AFCA-913D-9856EC327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22800" y="6411600"/>
              <a:ext cx="1845424" cy="208800"/>
            </a:xfrm>
            <a:prstGeom prst="rect">
              <a:avLst/>
            </a:prstGeom>
          </p:spPr>
        </p:pic>
        <p:pic>
          <p:nvPicPr>
            <p:cNvPr id="9" name="Lilial à domicile logo" hidden="1">
              <a:extLst>
                <a:ext uri="{FF2B5EF4-FFF2-40B4-BE49-F238E27FC236}">
                  <a16:creationId xmlns:a16="http://schemas.microsoft.com/office/drawing/2014/main" id="{71490414-193B-0A0F-09AA-3F34C62F2E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27936" y="6414516"/>
              <a:ext cx="2035401" cy="207195"/>
            </a:xfrm>
            <a:prstGeom prst="rect">
              <a:avLst/>
            </a:prstGeom>
          </p:spPr>
        </p:pic>
        <p:pic>
          <p:nvPicPr>
            <p:cNvPr id="10" name="Coloplast Care" hidden="1">
              <a:extLst>
                <a:ext uri="{FF2B5EF4-FFF2-40B4-BE49-F238E27FC236}">
                  <a16:creationId xmlns:a16="http://schemas.microsoft.com/office/drawing/2014/main" id="{55FD4A30-1691-F8B7-4C5E-51653574D6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20314" y="6411600"/>
              <a:ext cx="1342870" cy="208800"/>
            </a:xfrm>
            <a:prstGeom prst="rect">
              <a:avLst/>
            </a:prstGeom>
          </p:spPr>
        </p:pic>
        <p:pic>
          <p:nvPicPr>
            <p:cNvPr id="11" name="Coloplast Homecare" hidden="1">
              <a:extLst>
                <a:ext uri="{FF2B5EF4-FFF2-40B4-BE49-F238E27FC236}">
                  <a16:creationId xmlns:a16="http://schemas.microsoft.com/office/drawing/2014/main" id="{34C45DB9-2F95-8AD2-459D-6595A98C16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7496" y="6412763"/>
              <a:ext cx="1719017" cy="208738"/>
            </a:xfrm>
            <a:prstGeom prst="rect">
              <a:avLst/>
            </a:prstGeom>
          </p:spPr>
        </p:pic>
      </p:grpSp>
      <p:pic>
        <p:nvPicPr>
          <p:cNvPr id="17" name="Coloplast logo">
            <a:extLst>
              <a:ext uri="{FF2B5EF4-FFF2-40B4-BE49-F238E27FC236}">
                <a16:creationId xmlns:a16="http://schemas.microsoft.com/office/drawing/2014/main" id="{4BDC5F73-A5A8-DDA0-315B-F66B9684F0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4997" y="6415640"/>
            <a:ext cx="910432" cy="20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71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7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B">
    <p:bg>
      <p:bgPr>
        <a:solidFill>
          <a:srgbClr val="27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BC93E64-0FCB-4243-AF29-D7F0C2F7C9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7075" y="363600"/>
            <a:ext cx="2422925" cy="12708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83000"/>
              </a:lnSpc>
              <a:buNone/>
              <a:defRPr sz="10000" b="0" i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>
                <a:effectLst/>
              </a:rPr>
              <a:t>01</a:t>
            </a:r>
            <a:endParaRPr lang="en-GB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5546AE-CEB9-5E41-8EB7-AF7A2917F2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27075" y="3184753"/>
            <a:ext cx="7961313" cy="194409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fontAlgn="t">
              <a:lnSpc>
                <a:spcPct val="82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6000" b="0" i="0">
                <a:solidFill>
                  <a:schemeClr val="bg1"/>
                </a:solidFill>
                <a:latin typeface="Coloplast Medium" pitchFamily="2" charset="0"/>
              </a:defRPr>
            </a:lvl1pPr>
          </a:lstStyle>
          <a:p>
            <a:r>
              <a:rPr lang="en-GB" noProof="0" dirty="0"/>
              <a:t>This is a breaker slide</a:t>
            </a:r>
            <a:endParaRPr lang="en-GB" dirty="0"/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AB8E5CC3-9A0C-C44D-A965-BBA9ED46DB0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7075" y="5294488"/>
            <a:ext cx="7961313" cy="9142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chemeClr val="bg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is a descriptor for your breaker slide</a:t>
            </a:r>
            <a:endParaRPr lang="en-GB" dirty="0"/>
          </a:p>
        </p:txBody>
      </p:sp>
      <p:sp>
        <p:nvSpPr>
          <p:cNvPr id="9" name="Date Placeholder 2" hidden="1">
            <a:extLst>
              <a:ext uri="{FF2B5EF4-FFF2-40B4-BE49-F238E27FC236}">
                <a16:creationId xmlns:a16="http://schemas.microsoft.com/office/drawing/2014/main" id="{E105DED0-85F3-A6A6-569D-A0BDAE647D45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0" name="Footer Placeholder 3" hidden="1">
            <a:extLst>
              <a:ext uri="{FF2B5EF4-FFF2-40B4-BE49-F238E27FC236}">
                <a16:creationId xmlns:a16="http://schemas.microsoft.com/office/drawing/2014/main" id="{33551BDA-80CC-ABD2-4C7D-D840B9CFD987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4" hidden="1">
            <a:extLst>
              <a:ext uri="{FF2B5EF4-FFF2-40B4-BE49-F238E27FC236}">
                <a16:creationId xmlns:a16="http://schemas.microsoft.com/office/drawing/2014/main" id="{64B9A45A-7421-DB3E-09CE-A5C15B5F129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3FE87-B7C4-1D31-9D49-D3536ADDF3FC}"/>
              </a:ext>
            </a:extLst>
          </p:cNvPr>
          <p:cNvSpPr txBox="1"/>
          <p:nvPr userDrawn="1"/>
        </p:nvSpPr>
        <p:spPr>
          <a:xfrm>
            <a:off x="727075" y="-707390"/>
            <a:ext cx="2884226" cy="6318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/>
            <a:r>
              <a:rPr lang="en-GB" sz="1400" dirty="0"/>
              <a:t>Fill in the chapter number if you want it to appear on your breaker slide </a:t>
            </a:r>
          </a:p>
          <a:p>
            <a:pPr fontAlgn="t"/>
            <a:r>
              <a:rPr lang="en-GB" sz="1400" dirty="0">
                <a:sym typeface="Symbol" panose="05050102010706020507" pitchFamily="18" charset="2"/>
              </a:rPr>
              <a:t></a:t>
            </a:r>
            <a:r>
              <a:rPr lang="en-GB" sz="1400" dirty="0"/>
              <a:t> </a:t>
            </a:r>
          </a:p>
        </p:txBody>
      </p:sp>
      <p:grpSp>
        <p:nvGrpSpPr>
          <p:cNvPr id="13" name="Logos">
            <a:extLst>
              <a:ext uri="{FF2B5EF4-FFF2-40B4-BE49-F238E27FC236}">
                <a16:creationId xmlns:a16="http://schemas.microsoft.com/office/drawing/2014/main" id="{ABB9064D-17A3-3BAE-4ACE-A3AE2287A05A}"/>
              </a:ext>
            </a:extLst>
          </p:cNvPr>
          <p:cNvGrpSpPr/>
          <p:nvPr userDrawn="1"/>
        </p:nvGrpSpPr>
        <p:grpSpPr>
          <a:xfrm>
            <a:off x="9427936" y="6380342"/>
            <a:ext cx="2040288" cy="306024"/>
            <a:chOff x="9427936" y="6380342"/>
            <a:chExt cx="2040288" cy="306024"/>
          </a:xfrm>
        </p:grpSpPr>
        <p:pic>
          <p:nvPicPr>
            <p:cNvPr id="4" name="Atos logo" hidden="1">
              <a:extLst>
                <a:ext uri="{FF2B5EF4-FFF2-40B4-BE49-F238E27FC236}">
                  <a16:creationId xmlns:a16="http://schemas.microsoft.com/office/drawing/2014/main" id="{17FF678F-230A-6142-994B-0D2A466BDE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6" name="Coloplast Professional" hidden="1">
              <a:extLst>
                <a:ext uri="{FF2B5EF4-FFF2-40B4-BE49-F238E27FC236}">
                  <a16:creationId xmlns:a16="http://schemas.microsoft.com/office/drawing/2014/main" id="{DAC3FB1C-C5D0-F19C-A0A8-BFB962AC69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22800" y="6411600"/>
              <a:ext cx="1845424" cy="208800"/>
            </a:xfrm>
            <a:prstGeom prst="rect">
              <a:avLst/>
            </a:prstGeom>
          </p:spPr>
        </p:pic>
        <p:pic>
          <p:nvPicPr>
            <p:cNvPr id="7" name="Lilial à domicile logo" hidden="1">
              <a:extLst>
                <a:ext uri="{FF2B5EF4-FFF2-40B4-BE49-F238E27FC236}">
                  <a16:creationId xmlns:a16="http://schemas.microsoft.com/office/drawing/2014/main" id="{16A33837-6A4D-A25B-7A25-C71B087FA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27936" y="6414516"/>
              <a:ext cx="2035401" cy="207195"/>
            </a:xfrm>
            <a:prstGeom prst="rect">
              <a:avLst/>
            </a:prstGeom>
          </p:spPr>
        </p:pic>
        <p:pic>
          <p:nvPicPr>
            <p:cNvPr id="8" name="Coloplast Care" hidden="1">
              <a:extLst>
                <a:ext uri="{FF2B5EF4-FFF2-40B4-BE49-F238E27FC236}">
                  <a16:creationId xmlns:a16="http://schemas.microsoft.com/office/drawing/2014/main" id="{1C0A9CCB-19C3-E60C-E42E-0A5E7BA1CE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20314" y="6411600"/>
              <a:ext cx="1342870" cy="208800"/>
            </a:xfrm>
            <a:prstGeom prst="rect">
              <a:avLst/>
            </a:prstGeom>
          </p:spPr>
        </p:pic>
        <p:pic>
          <p:nvPicPr>
            <p:cNvPr id="12" name="Coloplast Homecare" hidden="1">
              <a:extLst>
                <a:ext uri="{FF2B5EF4-FFF2-40B4-BE49-F238E27FC236}">
                  <a16:creationId xmlns:a16="http://schemas.microsoft.com/office/drawing/2014/main" id="{1169E24C-ECD6-D130-D34F-9B718E8CB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7496" y="6412763"/>
              <a:ext cx="1719017" cy="208738"/>
            </a:xfrm>
            <a:prstGeom prst="rect">
              <a:avLst/>
            </a:prstGeom>
          </p:spPr>
        </p:pic>
      </p:grpSp>
      <p:pic>
        <p:nvPicPr>
          <p:cNvPr id="2" name="Coloplast logo">
            <a:extLst>
              <a:ext uri="{FF2B5EF4-FFF2-40B4-BE49-F238E27FC236}">
                <a16:creationId xmlns:a16="http://schemas.microsoft.com/office/drawing/2014/main" id="{60E88AA4-331C-1FF8-505A-D65663FC55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4997" y="6415640"/>
            <a:ext cx="910432" cy="20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23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7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603E386-32AF-768D-1D64-21A25C44AFF6}"/>
              </a:ext>
            </a:extLst>
          </p:cNvPr>
          <p:cNvSpPr/>
          <p:nvPr userDrawn="1"/>
        </p:nvSpPr>
        <p:spPr>
          <a:xfrm>
            <a:off x="6275388" y="6200775"/>
            <a:ext cx="5916612" cy="657225"/>
          </a:xfrm>
          <a:prstGeom prst="rect">
            <a:avLst/>
          </a:prstGeom>
          <a:solidFill>
            <a:srgbClr val="F4F5F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9F89E3A-AA3A-C8D0-2F60-E98F6B28391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5388" y="1"/>
            <a:ext cx="5916612" cy="6208712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3EE7EA-6BF5-566D-7C89-E6EAF4349C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7075" y="363600"/>
            <a:ext cx="2422925" cy="12708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lnSpc>
                <a:spcPct val="83000"/>
              </a:lnSpc>
              <a:buNone/>
              <a:defRPr sz="10000" b="0" i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>
                <a:effectLst/>
              </a:rPr>
              <a:t>01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1AA98ED-EEED-032F-2A98-3F5422D658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727075" y="3184753"/>
            <a:ext cx="4827432" cy="1944098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 fontAlgn="t">
              <a:lnSpc>
                <a:spcPct val="82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6000" b="0" i="0">
                <a:solidFill>
                  <a:schemeClr val="tx1"/>
                </a:solidFill>
                <a:latin typeface="Coloplast Medium" pitchFamily="2" charset="0"/>
              </a:defRPr>
            </a:lvl1pPr>
          </a:lstStyle>
          <a:p>
            <a:r>
              <a:rPr lang="en-GB" noProof="0" dirty="0"/>
              <a:t>This is a breaker slide</a:t>
            </a:r>
            <a:endParaRPr lang="en-GB" dirty="0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81AEF186-B37F-0BA0-6F1F-C043CEF2B7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727075" y="5294488"/>
            <a:ext cx="4829175" cy="906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000" i="0">
                <a:solidFill>
                  <a:srgbClr val="40404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is a descriptor for your breaker slide</a:t>
            </a:r>
            <a:endParaRPr lang="en-GB" dirty="0"/>
          </a:p>
        </p:txBody>
      </p:sp>
      <p:sp>
        <p:nvSpPr>
          <p:cNvPr id="17" name="Date Placeholder 2" hidden="1">
            <a:extLst>
              <a:ext uri="{FF2B5EF4-FFF2-40B4-BE49-F238E27FC236}">
                <a16:creationId xmlns:a16="http://schemas.microsoft.com/office/drawing/2014/main" id="{C57DAA75-C5EC-30AA-2C14-380A809D7DAD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8" name="Footer Placeholder 3" hidden="1">
            <a:extLst>
              <a:ext uri="{FF2B5EF4-FFF2-40B4-BE49-F238E27FC236}">
                <a16:creationId xmlns:a16="http://schemas.microsoft.com/office/drawing/2014/main" id="{82C7BCA7-9864-87D4-8F5F-FB5D9F77BA3A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9" name="Slide Number Placeholder 4" hidden="1">
            <a:extLst>
              <a:ext uri="{FF2B5EF4-FFF2-40B4-BE49-F238E27FC236}">
                <a16:creationId xmlns:a16="http://schemas.microsoft.com/office/drawing/2014/main" id="{EE6C0837-B524-61B5-32A7-B41FB3FD6046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DF1EE-4E17-4CF3-D10F-2EC49A8E1890}"/>
              </a:ext>
            </a:extLst>
          </p:cNvPr>
          <p:cNvSpPr txBox="1"/>
          <p:nvPr userDrawn="1"/>
        </p:nvSpPr>
        <p:spPr>
          <a:xfrm>
            <a:off x="727075" y="-707390"/>
            <a:ext cx="2884226" cy="6318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t"/>
            <a:r>
              <a:rPr lang="en-GB" sz="1400" dirty="0"/>
              <a:t>Fill in the chapter number if you want it to appear on your breaker slide </a:t>
            </a:r>
          </a:p>
          <a:p>
            <a:pPr fontAlgn="t"/>
            <a:r>
              <a:rPr lang="en-GB" sz="1400" dirty="0">
                <a:sym typeface="Symbol" panose="05050102010706020507" pitchFamily="18" charset="2"/>
              </a:rPr>
              <a:t></a:t>
            </a:r>
            <a:r>
              <a:rPr lang="en-GB" sz="1400" dirty="0"/>
              <a:t> </a:t>
            </a:r>
          </a:p>
        </p:txBody>
      </p:sp>
      <p:grpSp>
        <p:nvGrpSpPr>
          <p:cNvPr id="13" name="Logos">
            <a:extLst>
              <a:ext uri="{FF2B5EF4-FFF2-40B4-BE49-F238E27FC236}">
                <a16:creationId xmlns:a16="http://schemas.microsoft.com/office/drawing/2014/main" id="{0EE5B0B5-7DAC-385A-A1E0-170527B9CC65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4" name="Atos logo" hidden="1">
              <a:extLst>
                <a:ext uri="{FF2B5EF4-FFF2-40B4-BE49-F238E27FC236}">
                  <a16:creationId xmlns:a16="http://schemas.microsoft.com/office/drawing/2014/main" id="{76F9640A-224B-B32D-2E2C-EC861FE131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6" name="Lilial à domicile logo" hidden="1">
              <a:extLst>
                <a:ext uri="{FF2B5EF4-FFF2-40B4-BE49-F238E27FC236}">
                  <a16:creationId xmlns:a16="http://schemas.microsoft.com/office/drawing/2014/main" id="{78F783A7-6F8B-0E64-4206-87540B7F0A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7" name="Coloplast Professional" hidden="1">
              <a:extLst>
                <a:ext uri="{FF2B5EF4-FFF2-40B4-BE49-F238E27FC236}">
                  <a16:creationId xmlns:a16="http://schemas.microsoft.com/office/drawing/2014/main" id="{94BBD8AA-9B66-DDBC-2E09-A44C1DA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8" name="Coloplast Homecare" hidden="1">
              <a:extLst>
                <a:ext uri="{FF2B5EF4-FFF2-40B4-BE49-F238E27FC236}">
                  <a16:creationId xmlns:a16="http://schemas.microsoft.com/office/drawing/2014/main" id="{039934F4-86F8-86C4-5310-3A8DA56CB2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9" name="Coloplast Care" hidden="1">
              <a:extLst>
                <a:ext uri="{FF2B5EF4-FFF2-40B4-BE49-F238E27FC236}">
                  <a16:creationId xmlns:a16="http://schemas.microsoft.com/office/drawing/2014/main" id="{03782CF5-9606-7AE1-C423-8086C06D02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2" name="Coloplast logo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0AE2D19-3BA8-81E4-D423-229D0C09819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961" y="6415040"/>
            <a:ext cx="918223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3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500">
          <p15:clr>
            <a:srgbClr val="FBAE40"/>
          </p15:clr>
        </p15:guide>
        <p15:guide id="5" pos="395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(white logo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F60AE0B-CA29-E908-3C24-1CE0D1667C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4995F52-B1EF-2284-2F0E-A46F8F7EB0EF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F4DAA7B-49B7-8605-78E1-64935A11A0D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A51BF86-8B81-BA35-3A1D-65A221DC54D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loplast logo">
            <a:extLst>
              <a:ext uri="{FF2B5EF4-FFF2-40B4-BE49-F238E27FC236}">
                <a16:creationId xmlns:a16="http://schemas.microsoft.com/office/drawing/2014/main" id="{1941E514-9E31-2017-5BA3-2733AE4AF1E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53699" y="6414951"/>
            <a:ext cx="914401" cy="20586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2115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(dark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 hidden="1">
            <a:extLst>
              <a:ext uri="{FF2B5EF4-FFF2-40B4-BE49-F238E27FC236}">
                <a16:creationId xmlns:a16="http://schemas.microsoft.com/office/drawing/2014/main" id="{79AE28D1-B46D-AC45-54C3-36E187D9E0A1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Footer Placeholder 3" hidden="1">
            <a:extLst>
              <a:ext uri="{FF2B5EF4-FFF2-40B4-BE49-F238E27FC236}">
                <a16:creationId xmlns:a16="http://schemas.microsoft.com/office/drawing/2014/main" id="{2E966256-998D-A304-0EA6-B317806EE6C9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4" hidden="1">
            <a:extLst>
              <a:ext uri="{FF2B5EF4-FFF2-40B4-BE49-F238E27FC236}">
                <a16:creationId xmlns:a16="http://schemas.microsoft.com/office/drawing/2014/main" id="{7B7665C0-CE19-AA73-A07B-AA117F57E44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F60AE0B-CA29-E908-3C24-1CE0D1667C2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6" name="Coloplast logo">
            <a:extLst>
              <a:ext uri="{FF2B5EF4-FFF2-40B4-BE49-F238E27FC236}">
                <a16:creationId xmlns:a16="http://schemas.microsoft.com/office/drawing/2014/main" id="{F0CC4206-D9E1-CA65-9960-E13EACD63D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553699" y="6414951"/>
            <a:ext cx="914401" cy="205861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679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075" y="365125"/>
            <a:ext cx="7964295" cy="104457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 dirty="0"/>
              <a:t>This space is for your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652DE-8F6C-510C-CF3E-DC6BFC53B6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7075" y="1636713"/>
            <a:ext cx="7962900" cy="45720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buNone/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  <a:lvl6pPr>
              <a:buClr>
                <a:schemeClr val="accent1"/>
              </a:buClr>
              <a:defRPr/>
            </a:lvl6pPr>
            <a:lvl7pPr>
              <a:buClr>
                <a:schemeClr val="accent1"/>
              </a:buClr>
              <a:defRPr/>
            </a:lvl7pPr>
            <a:lvl8pPr>
              <a:buClr>
                <a:schemeClr val="accent1"/>
              </a:buClr>
              <a:defRPr/>
            </a:lvl8pPr>
            <a:lvl9pPr>
              <a:buClr>
                <a:schemeClr val="accent1"/>
              </a:buClr>
              <a:defRPr/>
            </a:lvl9pPr>
          </a:lstStyle>
          <a:p>
            <a:pPr lvl="0"/>
            <a:r>
              <a:rPr lang="en-GB" dirty="0"/>
              <a:t>Click to add text                                                                                    Enter + TAB to view next text style                                                           SHIFT + TAB to view previous text style</a:t>
            </a:r>
          </a:p>
          <a:p>
            <a:pPr lvl="1"/>
            <a:r>
              <a:rPr lang="en-GB" dirty="0"/>
              <a:t>Second level</a:t>
            </a:r>
            <a:endParaRPr lang="pl-PL" dirty="0"/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6</a:t>
            </a:r>
          </a:p>
          <a:p>
            <a:pPr lvl="6"/>
            <a:r>
              <a:rPr lang="en-GB" dirty="0"/>
              <a:t>7</a:t>
            </a:r>
          </a:p>
          <a:p>
            <a:pPr lvl="7"/>
            <a:r>
              <a:rPr lang="en-GB" dirty="0"/>
              <a:t>8</a:t>
            </a:r>
          </a:p>
          <a:p>
            <a:pPr lvl="8"/>
            <a:endParaRPr lang="en-GB" dirty="0"/>
          </a:p>
        </p:txBody>
      </p:sp>
      <p:sp>
        <p:nvSpPr>
          <p:cNvPr id="6" name="Date_DateCustomB">
            <a:extLst>
              <a:ext uri="{FF2B5EF4-FFF2-40B4-BE49-F238E27FC236}">
                <a16:creationId xmlns:a16="http://schemas.microsoft.com/office/drawing/2014/main" id="{0D95CBA1-A3EB-7446-02DD-D4217F61018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LD_PresentationTitle">
            <a:extLst>
              <a:ext uri="{FF2B5EF4-FFF2-40B4-BE49-F238E27FC236}">
                <a16:creationId xmlns:a16="http://schemas.microsoft.com/office/drawing/2014/main" id="{F260EDF0-243B-D6D4-A640-53E5089190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D0A80-8935-280E-FD13-E9B4EE5E5E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6F677A-ED5B-BE39-9EBF-7611C9F99F26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5" name="Logos">
            <a:extLst>
              <a:ext uri="{FF2B5EF4-FFF2-40B4-BE49-F238E27FC236}">
                <a16:creationId xmlns:a16="http://schemas.microsoft.com/office/drawing/2014/main" id="{1823A329-0E11-4DC6-7822-8862EE542CD6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10" name="Atos logo" hidden="1">
              <a:extLst>
                <a:ext uri="{FF2B5EF4-FFF2-40B4-BE49-F238E27FC236}">
                  <a16:creationId xmlns:a16="http://schemas.microsoft.com/office/drawing/2014/main" id="{BAAF32BD-16A3-4C76-D97E-E9C85A4CB6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1" name="Lilial à domicile logo" hidden="1">
              <a:extLst>
                <a:ext uri="{FF2B5EF4-FFF2-40B4-BE49-F238E27FC236}">
                  <a16:creationId xmlns:a16="http://schemas.microsoft.com/office/drawing/2014/main" id="{8A7365F5-8490-B729-2379-909015ACE9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2" name="Coloplast Professional" hidden="1">
              <a:extLst>
                <a:ext uri="{FF2B5EF4-FFF2-40B4-BE49-F238E27FC236}">
                  <a16:creationId xmlns:a16="http://schemas.microsoft.com/office/drawing/2014/main" id="{AADD832E-1EE6-ED1B-E02B-F9A004E1AD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3" name="Coloplast Homecare" hidden="1">
              <a:extLst>
                <a:ext uri="{FF2B5EF4-FFF2-40B4-BE49-F238E27FC236}">
                  <a16:creationId xmlns:a16="http://schemas.microsoft.com/office/drawing/2014/main" id="{6A97173C-BE83-CD92-3FB9-D06928334E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4" name="Coloplast Care" hidden="1">
              <a:extLst>
                <a:ext uri="{FF2B5EF4-FFF2-40B4-BE49-F238E27FC236}">
                  <a16:creationId xmlns:a16="http://schemas.microsoft.com/office/drawing/2014/main" id="{76E63B1E-3254-81A8-1343-C6B2D49C4E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7" name="Logo emf">
            <a:extLst>
              <a:ext uri="{FF2B5EF4-FFF2-40B4-BE49-F238E27FC236}">
                <a16:creationId xmlns:a16="http://schemas.microsoft.com/office/drawing/2014/main" id="{E6AFEA80-F5E2-D098-A77A-E57562BA34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89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74" userDrawn="1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27076" y="365125"/>
            <a:ext cx="7963200" cy="104457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 dirty="0"/>
              <a:t>This space is for your headline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727075" y="1636712"/>
            <a:ext cx="5186363" cy="4571999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                                               Enter + TAB to view next text style                SHIFT + TAB to view previous text style               Or </a:t>
            </a:r>
            <a:r>
              <a:rPr lang="en-GB" dirty="0">
                <a:effectLst/>
              </a:rPr>
              <a:t>insert imagery, illustrations, charts or graphs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14" hasCustomPrompt="1"/>
          </p:nvPr>
        </p:nvSpPr>
        <p:spPr>
          <a:xfrm>
            <a:off x="6278563" y="1636712"/>
            <a:ext cx="5187949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                                               Enter + TAB to view next text style                SHIFT + TAB to view previous text style          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Date_DateCustomB">
            <a:extLst>
              <a:ext uri="{FF2B5EF4-FFF2-40B4-BE49-F238E27FC236}">
                <a16:creationId xmlns:a16="http://schemas.microsoft.com/office/drawing/2014/main" id="{097E295F-DCFA-08EE-F9E4-EC195FE34F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D_PresentationTitle">
            <a:extLst>
              <a:ext uri="{FF2B5EF4-FFF2-40B4-BE49-F238E27FC236}">
                <a16:creationId xmlns:a16="http://schemas.microsoft.com/office/drawing/2014/main" id="{49A61CC8-C3E5-4B52-2A0C-13B0DA5E33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46AC9C-E39D-4607-AA1B-AAEDAB3FBB1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47E902-0790-3613-9107-11A98B7A0ACD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6" name="Logos">
            <a:extLst>
              <a:ext uri="{FF2B5EF4-FFF2-40B4-BE49-F238E27FC236}">
                <a16:creationId xmlns:a16="http://schemas.microsoft.com/office/drawing/2014/main" id="{1000D8EB-5738-92A5-5BB9-775A00804F68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7" name="Atos logo" hidden="1">
              <a:extLst>
                <a:ext uri="{FF2B5EF4-FFF2-40B4-BE49-F238E27FC236}">
                  <a16:creationId xmlns:a16="http://schemas.microsoft.com/office/drawing/2014/main" id="{897C2812-99CC-524B-04D7-DE5FAE7FD4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1" name="Lilial à domicile logo" hidden="1">
              <a:extLst>
                <a:ext uri="{FF2B5EF4-FFF2-40B4-BE49-F238E27FC236}">
                  <a16:creationId xmlns:a16="http://schemas.microsoft.com/office/drawing/2014/main" id="{05996CD0-5727-271A-2C33-5E48272087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3" name="Coloplast Professional" hidden="1">
              <a:extLst>
                <a:ext uri="{FF2B5EF4-FFF2-40B4-BE49-F238E27FC236}">
                  <a16:creationId xmlns:a16="http://schemas.microsoft.com/office/drawing/2014/main" id="{A172A7BE-6FAE-7E76-05C0-88F097533A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77228D0E-2685-322A-9A6B-422AC4504A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5" name="Coloplast Care" hidden="1">
              <a:extLst>
                <a:ext uri="{FF2B5EF4-FFF2-40B4-BE49-F238E27FC236}">
                  <a16:creationId xmlns:a16="http://schemas.microsoft.com/office/drawing/2014/main" id="{F4B87099-45CF-92BF-6C02-8FC7D368AD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6" name="Logo emf">
            <a:extLst>
              <a:ext uri="{FF2B5EF4-FFF2-40B4-BE49-F238E27FC236}">
                <a16:creationId xmlns:a16="http://schemas.microsoft.com/office/drawing/2014/main" id="{915FBC2D-05DD-F4E8-5F74-33F6D45BA49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65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5" userDrawn="1">
          <p15:clr>
            <a:srgbClr val="A4A3A4"/>
          </p15:clr>
        </p15:guide>
        <p15:guide id="2" pos="3954" userDrawn="1">
          <p15:clr>
            <a:srgbClr val="A4A3A4"/>
          </p15:clr>
        </p15:guide>
        <p15:guide id="3" pos="5474" userDrawn="1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27075" y="365125"/>
            <a:ext cx="7961612" cy="104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 dirty="0"/>
              <a:t>This space is for your headline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727075" y="1636712"/>
            <a:ext cx="3336925" cy="4571999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              Enter + TAB to view next text style                                   SHIFT + TAB to view previous text style                            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4427538" y="1636712"/>
            <a:ext cx="3336925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              Enter + TAB to view next text style                                   SHIFT + TAB to view previous text style                            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8128000" y="1636712"/>
            <a:ext cx="3338511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              Enter + TAB to view next text style                                   SHIFT + TAB to view previous text style                            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965D0796-CB6A-72AB-C301-C07573F67B4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LD_PresentationTitle">
            <a:extLst>
              <a:ext uri="{FF2B5EF4-FFF2-40B4-BE49-F238E27FC236}">
                <a16:creationId xmlns:a16="http://schemas.microsoft.com/office/drawing/2014/main" id="{DDF8FB04-4E1D-66DB-12E3-CA98EFD7896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39EA-CA4E-9EDB-78C7-2F437637CE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387C81-78E7-FD19-B653-237E7B8F9FD3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6" name="Logos">
            <a:extLst>
              <a:ext uri="{FF2B5EF4-FFF2-40B4-BE49-F238E27FC236}">
                <a16:creationId xmlns:a16="http://schemas.microsoft.com/office/drawing/2014/main" id="{7823C466-5B3A-4569-DDAA-0AF86B6E57F8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8" name="Atos logo" hidden="1">
              <a:extLst>
                <a:ext uri="{FF2B5EF4-FFF2-40B4-BE49-F238E27FC236}">
                  <a16:creationId xmlns:a16="http://schemas.microsoft.com/office/drawing/2014/main" id="{4C07C8F5-22A0-4E92-0DA5-270DA35153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1" name="Lilial à domicile logo" hidden="1">
              <a:extLst>
                <a:ext uri="{FF2B5EF4-FFF2-40B4-BE49-F238E27FC236}">
                  <a16:creationId xmlns:a16="http://schemas.microsoft.com/office/drawing/2014/main" id="{309DBCCE-7A29-12FD-5932-CC49E67B3A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3" name="Coloplast Professional" hidden="1">
              <a:extLst>
                <a:ext uri="{FF2B5EF4-FFF2-40B4-BE49-F238E27FC236}">
                  <a16:creationId xmlns:a16="http://schemas.microsoft.com/office/drawing/2014/main" id="{3A572DED-1613-481E-1415-343B535ED7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BA498047-C286-7CF3-40EC-DD5AF30180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5" name="Coloplast Care" hidden="1">
              <a:extLst>
                <a:ext uri="{FF2B5EF4-FFF2-40B4-BE49-F238E27FC236}">
                  <a16:creationId xmlns:a16="http://schemas.microsoft.com/office/drawing/2014/main" id="{9F596AAC-EAA0-42A4-FCB9-91DADAEC74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7" name="Logo emf">
            <a:extLst>
              <a:ext uri="{FF2B5EF4-FFF2-40B4-BE49-F238E27FC236}">
                <a16:creationId xmlns:a16="http://schemas.microsoft.com/office/drawing/2014/main" id="{8DB0DF8E-7C19-8A1A-BF47-D6EDD157807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00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5474" userDrawn="1">
          <p15:clr>
            <a:srgbClr val="A4A3A4"/>
          </p15:clr>
        </p15:guide>
        <p15:guide id="6" pos="2560" userDrawn="1">
          <p15:clr>
            <a:srgbClr val="A4A3A4"/>
          </p15:clr>
        </p15:guide>
        <p15:guide id="7" pos="2789" userDrawn="1">
          <p15:clr>
            <a:srgbClr val="A4A3A4"/>
          </p15:clr>
        </p15:guide>
        <p15:guide id="8" pos="4891" userDrawn="1">
          <p15:clr>
            <a:srgbClr val="A4A3A4"/>
          </p15:clr>
        </p15:guide>
        <p15:guide id="9" pos="5120" userDrawn="1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27075" y="365125"/>
            <a:ext cx="7961612" cy="104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GB" dirty="0"/>
              <a:t>This space is for your headline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727074" y="1636712"/>
            <a:ext cx="2414013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Enter + TAB to view next text style  SHIFT + TAB to view previous text style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quarter" idx="15" hasCustomPrompt="1"/>
          </p:nvPr>
        </p:nvSpPr>
        <p:spPr>
          <a:xfrm>
            <a:off x="3500629" y="1636712"/>
            <a:ext cx="2415600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Enter + TAB to view next text style  SHIFT + TAB to view previous text style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Content Placeholder 4"/>
          <p:cNvSpPr>
            <a:spLocks noGrp="1"/>
          </p:cNvSpPr>
          <p:nvPr>
            <p:ph sz="quarter" idx="16" hasCustomPrompt="1"/>
          </p:nvPr>
        </p:nvSpPr>
        <p:spPr>
          <a:xfrm>
            <a:off x="6275770" y="1636712"/>
            <a:ext cx="2415600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Enter + TAB to view next text style  SHIFT + TAB to view previous text style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9050912" y="1636712"/>
            <a:ext cx="2415600" cy="4572000"/>
          </a:xfrm>
        </p:spPr>
        <p:txBody>
          <a:bodyPr/>
          <a:lstStyle>
            <a:lvl1pPr>
              <a:buClr>
                <a:schemeClr val="accent1"/>
              </a:buClr>
              <a:defRPr sz="1800">
                <a:latin typeface="+mn-lt"/>
              </a:defRPr>
            </a:lvl1pPr>
            <a:lvl2pPr>
              <a:buClr>
                <a:schemeClr val="accent1"/>
              </a:buClr>
              <a:defRPr sz="1600">
                <a:latin typeface="+mn-lt"/>
              </a:defRPr>
            </a:lvl2pPr>
            <a:lvl3pPr>
              <a:buClr>
                <a:schemeClr val="accent1"/>
              </a:buClr>
              <a:defRPr sz="1800">
                <a:latin typeface="+mn-lt"/>
              </a:defRPr>
            </a:lvl3pPr>
            <a:lvl4pPr>
              <a:buClr>
                <a:schemeClr val="accent1"/>
              </a:buClr>
              <a:defRPr sz="1600">
                <a:latin typeface="+mn-lt"/>
              </a:defRPr>
            </a:lvl4pPr>
            <a:lvl5pPr>
              <a:buClr>
                <a:schemeClr val="accent1"/>
              </a:buClr>
              <a:defRPr sz="1400">
                <a:latin typeface="+mn-lt"/>
              </a:defRPr>
            </a:lvl5pPr>
          </a:lstStyle>
          <a:p>
            <a:pPr lvl="0"/>
            <a:r>
              <a:rPr lang="en-GB" dirty="0"/>
              <a:t>Click to add text  Enter + TAB to view next text style  SHIFT + TAB to view previous text style     Or insert imagery, illustrations, charts or graphs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8F76CC05-ED89-FA9E-F3AB-B7A298C8538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LD_PresentationTitle">
            <a:extLst>
              <a:ext uri="{FF2B5EF4-FFF2-40B4-BE49-F238E27FC236}">
                <a16:creationId xmlns:a16="http://schemas.microsoft.com/office/drawing/2014/main" id="{542A3380-B976-0379-7A05-D49EC45EBC8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74EC4-55E6-E4C1-7084-4490BEE0F04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48068-BA07-8EA8-2EB9-CCBE062F9311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7" name="Logos">
            <a:extLst>
              <a:ext uri="{FF2B5EF4-FFF2-40B4-BE49-F238E27FC236}">
                <a16:creationId xmlns:a16="http://schemas.microsoft.com/office/drawing/2014/main" id="{36EBDCCE-63CC-E272-6F67-9404DFCD05C3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8" name="Atos logo" hidden="1">
              <a:extLst>
                <a:ext uri="{FF2B5EF4-FFF2-40B4-BE49-F238E27FC236}">
                  <a16:creationId xmlns:a16="http://schemas.microsoft.com/office/drawing/2014/main" id="{3D85DF9A-AFCF-1DF3-3545-BD4F39BC6B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1" name="Lilial à domicile logo" hidden="1">
              <a:extLst>
                <a:ext uri="{FF2B5EF4-FFF2-40B4-BE49-F238E27FC236}">
                  <a16:creationId xmlns:a16="http://schemas.microsoft.com/office/drawing/2014/main" id="{BBCA7E18-4878-CCE2-B10F-A2C75FCF28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3" name="Coloplast Professional" hidden="1">
              <a:extLst>
                <a:ext uri="{FF2B5EF4-FFF2-40B4-BE49-F238E27FC236}">
                  <a16:creationId xmlns:a16="http://schemas.microsoft.com/office/drawing/2014/main" id="{A054D6CF-2548-07AD-FB36-3637B608B9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6E47566D-5AE7-8AA0-8D51-6ACE17E2A9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6" name="Coloplast Care" hidden="1">
              <a:extLst>
                <a:ext uri="{FF2B5EF4-FFF2-40B4-BE49-F238E27FC236}">
                  <a16:creationId xmlns:a16="http://schemas.microsoft.com/office/drawing/2014/main" id="{E524DC53-2D64-EE1B-A573-2E1C6708A5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7" name="Logo emf">
            <a:extLst>
              <a:ext uri="{FF2B5EF4-FFF2-40B4-BE49-F238E27FC236}">
                <a16:creationId xmlns:a16="http://schemas.microsoft.com/office/drawing/2014/main" id="{EEBAF1DB-FE31-F405-95C1-D665CECF1D5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4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80" userDrawn="1">
          <p15:clr>
            <a:srgbClr val="A4A3A4"/>
          </p15:clr>
        </p15:guide>
        <p15:guide id="2" pos="2205" userDrawn="1">
          <p15:clr>
            <a:srgbClr val="A4A3A4"/>
          </p15:clr>
        </p15:guide>
        <p15:guide id="3" pos="3728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5476" userDrawn="1">
          <p15:clr>
            <a:srgbClr val="A4A3A4"/>
          </p15:clr>
        </p15:guide>
        <p15:guide id="6" pos="5698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28814" y="365126"/>
            <a:ext cx="7959573" cy="5841294"/>
          </a:xfrm>
        </p:spPr>
        <p:txBody>
          <a:bodyPr>
            <a:noAutofit/>
          </a:bodyPr>
          <a:lstStyle>
            <a:lvl1pPr>
              <a:lnSpc>
                <a:spcPct val="82000"/>
              </a:lnSpc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meant for statements</a:t>
            </a:r>
            <a:endParaRPr lang="en-GB" dirty="0"/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2C661578-A49E-B731-EF5C-92887CB0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LD_PresentationTitle">
            <a:extLst>
              <a:ext uri="{FF2B5EF4-FFF2-40B4-BE49-F238E27FC236}">
                <a16:creationId xmlns:a16="http://schemas.microsoft.com/office/drawing/2014/main" id="{BC79992E-DB6F-6F9C-2330-FAD864B3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45E77-8236-667E-6ABD-EECBA7E8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ECADF8-84AF-85E7-757E-8FB03954AC94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pic>
        <p:nvPicPr>
          <p:cNvPr id="6" name="Logo emf">
            <a:extLst>
              <a:ext uri="{FF2B5EF4-FFF2-40B4-BE49-F238E27FC236}">
                <a16:creationId xmlns:a16="http://schemas.microsoft.com/office/drawing/2014/main" id="{32E4F799-4500-1600-546F-7247B6193C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65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5473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27075" y="365125"/>
            <a:ext cx="3336925" cy="5834124"/>
          </a:xfr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This space is for your headline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9AD4C-E3F9-38BA-32C4-230C15D97F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7538" y="365125"/>
            <a:ext cx="7038974" cy="584358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This space is for your copy</a:t>
            </a:r>
            <a:endParaRPr lang="en-GB" dirty="0"/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F75C77F2-C852-B8EB-A4E5-A3B7D68779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D_PresentationTitle">
            <a:extLst>
              <a:ext uri="{FF2B5EF4-FFF2-40B4-BE49-F238E27FC236}">
                <a16:creationId xmlns:a16="http://schemas.microsoft.com/office/drawing/2014/main" id="{B79F2DA3-F9D7-0410-124C-B29809761A5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0283E-311B-D499-FB78-D0961205EF6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99658-2B7D-E17B-EDBB-0C9AAC0F292C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5" name="Logos">
            <a:extLst>
              <a:ext uri="{FF2B5EF4-FFF2-40B4-BE49-F238E27FC236}">
                <a16:creationId xmlns:a16="http://schemas.microsoft.com/office/drawing/2014/main" id="{D85C85FE-25E9-DE6A-1B11-A57A75093469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9" name="Atos logo" hidden="1">
              <a:extLst>
                <a:ext uri="{FF2B5EF4-FFF2-40B4-BE49-F238E27FC236}">
                  <a16:creationId xmlns:a16="http://schemas.microsoft.com/office/drawing/2014/main" id="{F3128DD0-C468-A81B-BBD5-8F1CD8B52E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0" name="Lilial à domicile logo" hidden="1">
              <a:extLst>
                <a:ext uri="{FF2B5EF4-FFF2-40B4-BE49-F238E27FC236}">
                  <a16:creationId xmlns:a16="http://schemas.microsoft.com/office/drawing/2014/main" id="{D7761569-5812-91C7-B20A-8782FF74F2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1" name="Coloplast Professional" hidden="1">
              <a:extLst>
                <a:ext uri="{FF2B5EF4-FFF2-40B4-BE49-F238E27FC236}">
                  <a16:creationId xmlns:a16="http://schemas.microsoft.com/office/drawing/2014/main" id="{AF669812-9D48-9CD7-0604-BC58A4047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3" name="Coloplast Homecare" hidden="1">
              <a:extLst>
                <a:ext uri="{FF2B5EF4-FFF2-40B4-BE49-F238E27FC236}">
                  <a16:creationId xmlns:a16="http://schemas.microsoft.com/office/drawing/2014/main" id="{1D823C1C-E25E-DAA8-3EFD-6579144CBC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4" name="Coloplast Care" hidden="1">
              <a:extLst>
                <a:ext uri="{FF2B5EF4-FFF2-40B4-BE49-F238E27FC236}">
                  <a16:creationId xmlns:a16="http://schemas.microsoft.com/office/drawing/2014/main" id="{E7D46FAD-11C0-5945-D4BF-3930DE494F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8" name="Logo emf">
            <a:extLst>
              <a:ext uri="{FF2B5EF4-FFF2-40B4-BE49-F238E27FC236}">
                <a16:creationId xmlns:a16="http://schemas.microsoft.com/office/drawing/2014/main" id="{2749C7E7-FC68-E0C1-3A15-CFE210F86C8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21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60" userDrawn="1">
          <p15:clr>
            <a:srgbClr val="A4A3A4"/>
          </p15:clr>
        </p15:guide>
        <p15:guide id="4" pos="2789" userDrawn="1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D1BFA53-270D-524F-74E4-285012A8A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This space is for your headline </a:t>
            </a:r>
          </a:p>
        </p:txBody>
      </p:sp>
      <p:sp>
        <p:nvSpPr>
          <p:cNvPr id="5" name="Date_DateCustomB">
            <a:extLst>
              <a:ext uri="{FF2B5EF4-FFF2-40B4-BE49-F238E27FC236}">
                <a16:creationId xmlns:a16="http://schemas.microsoft.com/office/drawing/2014/main" id="{DBB594EA-1FEF-DC40-A3A8-4BA43111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FLD_PresentationTitle">
            <a:extLst>
              <a:ext uri="{FF2B5EF4-FFF2-40B4-BE49-F238E27FC236}">
                <a16:creationId xmlns:a16="http://schemas.microsoft.com/office/drawing/2014/main" id="{F8A17A95-8524-059D-1497-74EC656DB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D51DF-2C28-847C-7D49-78C25C015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4FC2BE-9335-D735-43A2-DDC0597C6933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4" name="Logos">
            <a:extLst>
              <a:ext uri="{FF2B5EF4-FFF2-40B4-BE49-F238E27FC236}">
                <a16:creationId xmlns:a16="http://schemas.microsoft.com/office/drawing/2014/main" id="{F2CD033A-9710-CE6F-D9FB-66E0C2E4C325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8" name="Atos logo" hidden="1">
              <a:extLst>
                <a:ext uri="{FF2B5EF4-FFF2-40B4-BE49-F238E27FC236}">
                  <a16:creationId xmlns:a16="http://schemas.microsoft.com/office/drawing/2014/main" id="{506E3424-AB6B-F81C-4409-71250CA2C0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0" name="Lilial à domicile logo" hidden="1">
              <a:extLst>
                <a:ext uri="{FF2B5EF4-FFF2-40B4-BE49-F238E27FC236}">
                  <a16:creationId xmlns:a16="http://schemas.microsoft.com/office/drawing/2014/main" id="{EC3E5C4C-F3FA-19B4-7D7F-E961235038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1" name="Coloplast Professional" hidden="1">
              <a:extLst>
                <a:ext uri="{FF2B5EF4-FFF2-40B4-BE49-F238E27FC236}">
                  <a16:creationId xmlns:a16="http://schemas.microsoft.com/office/drawing/2014/main" id="{C1167EFB-F6F3-B035-966A-F98AAF189E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2" name="Coloplast Homecare" hidden="1">
              <a:extLst>
                <a:ext uri="{FF2B5EF4-FFF2-40B4-BE49-F238E27FC236}">
                  <a16:creationId xmlns:a16="http://schemas.microsoft.com/office/drawing/2014/main" id="{608E7C55-A2F8-B564-8FA6-9635783610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3" name="Coloplast Care" hidden="1">
              <a:extLst>
                <a:ext uri="{FF2B5EF4-FFF2-40B4-BE49-F238E27FC236}">
                  <a16:creationId xmlns:a16="http://schemas.microsoft.com/office/drawing/2014/main" id="{B125CCDC-263F-74C5-36A2-38228A3028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4" name="Logo emf">
            <a:extLst>
              <a:ext uri="{FF2B5EF4-FFF2-40B4-BE49-F238E27FC236}">
                <a16:creationId xmlns:a16="http://schemas.microsoft.com/office/drawing/2014/main" id="{8B5C764F-7C40-FD24-6963-642CEEE5A8E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981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D3A2E5-54B5-461F-20A8-AE3486C275BE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73C2F9-12A4-ED6E-C1A3-14351CF2280F}"/>
              </a:ext>
            </a:extLst>
          </p:cNvPr>
          <p:cNvSpPr/>
          <p:nvPr userDrawn="1"/>
        </p:nvSpPr>
        <p:spPr>
          <a:xfrm>
            <a:off x="6275388" y="6200775"/>
            <a:ext cx="5916612" cy="657225"/>
          </a:xfrm>
          <a:prstGeom prst="rect">
            <a:avLst/>
          </a:prstGeom>
          <a:solidFill>
            <a:srgbClr val="F4F5F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620124C-7B37-8A43-8EDA-F5AB6C4E3B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5388" y="0"/>
            <a:ext cx="5916612" cy="6208713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32EE7-ABD2-A62C-E60A-0AB7E3E2F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815" y="365125"/>
            <a:ext cx="4826642" cy="1044575"/>
          </a:xfrm>
        </p:spPr>
        <p:txBody>
          <a:bodyPr/>
          <a:lstStyle/>
          <a:p>
            <a:r>
              <a:rPr lang="en-GB" dirty="0"/>
              <a:t>This space is for your headline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D7176C0-B338-F082-B4FD-B0E65C9C9E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815" y="1636713"/>
            <a:ext cx="4827435" cy="457199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This space is for your copy</a:t>
            </a:r>
            <a:endParaRPr lang="en-GB" dirty="0"/>
          </a:p>
        </p:txBody>
      </p:sp>
      <p:sp>
        <p:nvSpPr>
          <p:cNvPr id="9" name="Date_DateCustomB">
            <a:extLst>
              <a:ext uri="{FF2B5EF4-FFF2-40B4-BE49-F238E27FC236}">
                <a16:creationId xmlns:a16="http://schemas.microsoft.com/office/drawing/2014/main" id="{C9BBD1B0-F775-40BE-5F52-31C731B6C3B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LD_PresentationTitle">
            <a:extLst>
              <a:ext uri="{FF2B5EF4-FFF2-40B4-BE49-F238E27FC236}">
                <a16:creationId xmlns:a16="http://schemas.microsoft.com/office/drawing/2014/main" id="{67B3244D-C0DA-E839-31EA-1CCE69C2603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4DDB07-3EF1-4F08-1176-2F0CE9F82CB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4" name="Logos">
            <a:extLst>
              <a:ext uri="{FF2B5EF4-FFF2-40B4-BE49-F238E27FC236}">
                <a16:creationId xmlns:a16="http://schemas.microsoft.com/office/drawing/2014/main" id="{31A6F36B-812E-1525-2A76-DEFAE27AA9E2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4" name="Atos logo" hidden="1">
              <a:extLst>
                <a:ext uri="{FF2B5EF4-FFF2-40B4-BE49-F238E27FC236}">
                  <a16:creationId xmlns:a16="http://schemas.microsoft.com/office/drawing/2014/main" id="{84FFF8FF-6D73-5674-F9F0-EF017EE3E9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5" name="Lilial à domicile logo" hidden="1">
              <a:extLst>
                <a:ext uri="{FF2B5EF4-FFF2-40B4-BE49-F238E27FC236}">
                  <a16:creationId xmlns:a16="http://schemas.microsoft.com/office/drawing/2014/main" id="{F01A0280-2A70-B26E-354C-66FB1F220A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6" name="Coloplast Professional" hidden="1">
              <a:extLst>
                <a:ext uri="{FF2B5EF4-FFF2-40B4-BE49-F238E27FC236}">
                  <a16:creationId xmlns:a16="http://schemas.microsoft.com/office/drawing/2014/main" id="{86E23F09-4ABF-3396-A8BF-BECB65011A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2" name="Coloplast Homecare" hidden="1">
              <a:extLst>
                <a:ext uri="{FF2B5EF4-FFF2-40B4-BE49-F238E27FC236}">
                  <a16:creationId xmlns:a16="http://schemas.microsoft.com/office/drawing/2014/main" id="{39D4373D-82AE-9573-AA05-CCB21F5C8A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3" name="Coloplast Care" hidden="1">
              <a:extLst>
                <a:ext uri="{FF2B5EF4-FFF2-40B4-BE49-F238E27FC236}">
                  <a16:creationId xmlns:a16="http://schemas.microsoft.com/office/drawing/2014/main" id="{2F371B1D-0E6F-DFCA-327A-AB66CC4B84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3" name="Logo emf">
            <a:extLst>
              <a:ext uri="{FF2B5EF4-FFF2-40B4-BE49-F238E27FC236}">
                <a16:creationId xmlns:a16="http://schemas.microsoft.com/office/drawing/2014/main" id="{299DF824-2578-1D09-1E42-A90AC2BDC65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74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953" userDrawn="1">
          <p15:clr>
            <a:srgbClr val="A4A3A4"/>
          </p15:clr>
        </p15:guide>
        <p15:guide id="4" pos="3500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E91C616-FB86-3DFA-86B9-2C99B4F0197C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7390B9-332C-E5CE-DF64-703ECB861902}"/>
              </a:ext>
            </a:extLst>
          </p:cNvPr>
          <p:cNvSpPr/>
          <p:nvPr userDrawn="1"/>
        </p:nvSpPr>
        <p:spPr>
          <a:xfrm>
            <a:off x="8125712" y="6200775"/>
            <a:ext cx="4066288" cy="657225"/>
          </a:xfrm>
          <a:prstGeom prst="rect">
            <a:avLst/>
          </a:prstGeom>
          <a:solidFill>
            <a:srgbClr val="F4F5F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620124C-7B37-8A43-8EDA-F5AB6C4E3B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25712" y="0"/>
            <a:ext cx="4066288" cy="6208713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F9ECF40-A874-CCED-7E59-41796E45D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815" y="365125"/>
            <a:ext cx="6662586" cy="1044575"/>
          </a:xfrm>
        </p:spPr>
        <p:txBody>
          <a:bodyPr/>
          <a:lstStyle/>
          <a:p>
            <a:r>
              <a:rPr lang="en-GB" dirty="0"/>
              <a:t>This space is for your headline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BCBA17-9ADE-96BE-E77B-E917A08F5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815" y="1636713"/>
            <a:ext cx="6662585" cy="457199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This space is for your copy</a:t>
            </a:r>
            <a:endParaRPr lang="en-GB" dirty="0"/>
          </a:p>
        </p:txBody>
      </p:sp>
      <p:sp>
        <p:nvSpPr>
          <p:cNvPr id="7" name="Date_DateCustomB">
            <a:extLst>
              <a:ext uri="{FF2B5EF4-FFF2-40B4-BE49-F238E27FC236}">
                <a16:creationId xmlns:a16="http://schemas.microsoft.com/office/drawing/2014/main" id="{46A03263-1296-95E7-6F7D-3E83809819A0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LD_PresentationTitle">
            <a:extLst>
              <a:ext uri="{FF2B5EF4-FFF2-40B4-BE49-F238E27FC236}">
                <a16:creationId xmlns:a16="http://schemas.microsoft.com/office/drawing/2014/main" id="{60A36DE3-06FD-6F4C-CBF6-88470EE0252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49390-2E8C-45DF-9379-4A23E43950F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2" name="Logos">
            <a:extLst>
              <a:ext uri="{FF2B5EF4-FFF2-40B4-BE49-F238E27FC236}">
                <a16:creationId xmlns:a16="http://schemas.microsoft.com/office/drawing/2014/main" id="{51318F1C-0A79-FF7D-8DF2-77C9029401EA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3" name="Atos logo" hidden="1">
              <a:extLst>
                <a:ext uri="{FF2B5EF4-FFF2-40B4-BE49-F238E27FC236}">
                  <a16:creationId xmlns:a16="http://schemas.microsoft.com/office/drawing/2014/main" id="{04F69E89-50FE-60A0-5AE7-FAD3C91D47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4" name="Lilial à domicile logo" hidden="1">
              <a:extLst>
                <a:ext uri="{FF2B5EF4-FFF2-40B4-BE49-F238E27FC236}">
                  <a16:creationId xmlns:a16="http://schemas.microsoft.com/office/drawing/2014/main" id="{CBF09B29-DFC9-4112-A527-1CE4DC9921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5" name="Coloplast Professional" hidden="1">
              <a:extLst>
                <a:ext uri="{FF2B5EF4-FFF2-40B4-BE49-F238E27FC236}">
                  <a16:creationId xmlns:a16="http://schemas.microsoft.com/office/drawing/2014/main" id="{6C7DE7BE-B521-B875-2024-3D417C8A90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6" name="Coloplast Homecare" hidden="1">
              <a:extLst>
                <a:ext uri="{FF2B5EF4-FFF2-40B4-BE49-F238E27FC236}">
                  <a16:creationId xmlns:a16="http://schemas.microsoft.com/office/drawing/2014/main" id="{886139DE-B8EF-E18E-768C-FBD75DFBD8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1" name="Coloplast Care" hidden="1">
              <a:extLst>
                <a:ext uri="{FF2B5EF4-FFF2-40B4-BE49-F238E27FC236}">
                  <a16:creationId xmlns:a16="http://schemas.microsoft.com/office/drawing/2014/main" id="{FD7556DE-51B2-3106-9120-609E868962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2" name="Logo emf">
            <a:extLst>
              <a:ext uri="{FF2B5EF4-FFF2-40B4-BE49-F238E27FC236}">
                <a16:creationId xmlns:a16="http://schemas.microsoft.com/office/drawing/2014/main" id="{30F0437D-0ED5-EAFD-F7C2-BDDE47BE2E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56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5110" userDrawn="1">
          <p15:clr>
            <a:srgbClr val="A4A3A4"/>
          </p15:clr>
        </p15:guide>
        <p15:guide id="5" pos="4656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AB5D0E-C8C7-14FB-1A43-35F70D1B1D68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059871-ABA1-1082-46F1-76CA62E0745A}"/>
              </a:ext>
            </a:extLst>
          </p:cNvPr>
          <p:cNvSpPr/>
          <p:nvPr userDrawn="1"/>
        </p:nvSpPr>
        <p:spPr>
          <a:xfrm>
            <a:off x="4440238" y="0"/>
            <a:ext cx="7751762" cy="6858000"/>
          </a:xfrm>
          <a:prstGeom prst="rect">
            <a:avLst/>
          </a:prstGeom>
          <a:solidFill>
            <a:srgbClr val="F4F5F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B33E72F-125E-B426-38DE-DB3075B9CC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815" y="365125"/>
            <a:ext cx="2990698" cy="1044575"/>
          </a:xfrm>
        </p:spPr>
        <p:txBody>
          <a:bodyPr/>
          <a:lstStyle/>
          <a:p>
            <a:r>
              <a:rPr lang="en-GB" dirty="0"/>
              <a:t>This space is for your headline 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D54E2DB-D36D-EBE2-1D5C-89469993B5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816" y="1636713"/>
            <a:ext cx="2990698" cy="457199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This space is for your copy</a:t>
            </a:r>
            <a:endParaRPr lang="en-GB" dirty="0"/>
          </a:p>
        </p:txBody>
      </p:sp>
      <p:sp>
        <p:nvSpPr>
          <p:cNvPr id="4" name="Date_DateCustomB">
            <a:extLst>
              <a:ext uri="{FF2B5EF4-FFF2-40B4-BE49-F238E27FC236}">
                <a16:creationId xmlns:a16="http://schemas.microsoft.com/office/drawing/2014/main" id="{659E300E-0ED4-342B-4989-5DD78ED6A5C2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LD_PresentationTitle">
            <a:extLst>
              <a:ext uri="{FF2B5EF4-FFF2-40B4-BE49-F238E27FC236}">
                <a16:creationId xmlns:a16="http://schemas.microsoft.com/office/drawing/2014/main" id="{34FDB44D-C0D8-5A50-8788-0EEAB22A27CC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213D46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C7FB-724D-AFB1-4415-3B25351A329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2F7C09-F429-FD45-8A45-E2E8D735C8D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Logos">
            <a:extLst>
              <a:ext uri="{FF2B5EF4-FFF2-40B4-BE49-F238E27FC236}">
                <a16:creationId xmlns:a16="http://schemas.microsoft.com/office/drawing/2014/main" id="{92606AE1-1B79-9175-BC4B-18806E2F0BF8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10" name="Atos logo" hidden="1">
              <a:extLst>
                <a:ext uri="{FF2B5EF4-FFF2-40B4-BE49-F238E27FC236}">
                  <a16:creationId xmlns:a16="http://schemas.microsoft.com/office/drawing/2014/main" id="{5097B123-DF02-9CD0-662F-90A9B5D988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2" name="Lilial à domicile logo" hidden="1">
              <a:extLst>
                <a:ext uri="{FF2B5EF4-FFF2-40B4-BE49-F238E27FC236}">
                  <a16:creationId xmlns:a16="http://schemas.microsoft.com/office/drawing/2014/main" id="{C0D358A5-08EA-9970-9F7B-8B1D00D3F8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3" name="Coloplast Professional" hidden="1">
              <a:extLst>
                <a:ext uri="{FF2B5EF4-FFF2-40B4-BE49-F238E27FC236}">
                  <a16:creationId xmlns:a16="http://schemas.microsoft.com/office/drawing/2014/main" id="{68C842A2-57FC-9B39-7378-D898583F4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D1640B68-EC44-2050-4ED6-4A6B9225E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5" name="Coloplast Care" hidden="1">
              <a:extLst>
                <a:ext uri="{FF2B5EF4-FFF2-40B4-BE49-F238E27FC236}">
                  <a16:creationId xmlns:a16="http://schemas.microsoft.com/office/drawing/2014/main" id="{4C4B0E62-6041-A38E-B59E-AAA2D6BA17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3" name="Logo emf">
            <a:extLst>
              <a:ext uri="{FF2B5EF4-FFF2-40B4-BE49-F238E27FC236}">
                <a16:creationId xmlns:a16="http://schemas.microsoft.com/office/drawing/2014/main" id="{FEB99D96-CF1F-5CBB-1762-2965132075D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84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97" userDrawn="1">
          <p15:clr>
            <a:srgbClr val="A4A3A4"/>
          </p15:clr>
        </p15:guide>
        <p15:guide id="4" pos="2343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B73C2F9-12A4-ED6E-C1A3-14351CF2280F}"/>
              </a:ext>
            </a:extLst>
          </p:cNvPr>
          <p:cNvSpPr/>
          <p:nvPr userDrawn="1"/>
        </p:nvSpPr>
        <p:spPr>
          <a:xfrm>
            <a:off x="0" y="6200775"/>
            <a:ext cx="5916612" cy="657225"/>
          </a:xfrm>
          <a:prstGeom prst="rect">
            <a:avLst/>
          </a:prstGeom>
          <a:solidFill>
            <a:srgbClr val="F4F5F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620124C-7B37-8A43-8EDA-F5AB6C4E3B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16612" cy="6208713"/>
          </a:xfrm>
          <a:prstGeom prst="rect">
            <a:avLst/>
          </a:prstGeom>
          <a:solidFill>
            <a:schemeClr val="accent5"/>
          </a:solidFill>
        </p:spPr>
        <p:txBody>
          <a:bodyPr lIns="144000" tIns="72000" rIns="144000" anchor="t" anchorCtr="0">
            <a:noAutofit/>
          </a:bodyPr>
          <a:lstStyle>
            <a:lvl1pPr marL="0" indent="0" algn="l">
              <a:buNone/>
              <a:defRPr sz="1800">
                <a:solidFill>
                  <a:srgbClr val="F17E64"/>
                </a:solidFill>
                <a:latin typeface="+mj-lt"/>
              </a:defRPr>
            </a:lvl1pPr>
          </a:lstStyle>
          <a:p>
            <a:r>
              <a:rPr lang="en-GB" dirty="0">
                <a:effectLst/>
              </a:rPr>
              <a:t>Click on this space, then access the Coloplast tab to view and add an image from our Ampler library</a:t>
            </a:r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32EE7-ABD2-A62C-E60A-0AB7E3E2F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9078" y="365125"/>
            <a:ext cx="4826642" cy="1044575"/>
          </a:xfrm>
        </p:spPr>
        <p:txBody>
          <a:bodyPr/>
          <a:lstStyle/>
          <a:p>
            <a:r>
              <a:rPr lang="en-GB" dirty="0"/>
              <a:t>This space is for your headline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D7176C0-B338-F082-B4FD-B0E65C9C9E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9078" y="1636713"/>
            <a:ext cx="4827435" cy="457199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This space is for your copy</a:t>
            </a:r>
            <a:endParaRPr lang="en-GB" dirty="0"/>
          </a:p>
        </p:txBody>
      </p:sp>
      <p:sp>
        <p:nvSpPr>
          <p:cNvPr id="11" name="FLD_PresentationTitle">
            <a:extLst>
              <a:ext uri="{FF2B5EF4-FFF2-40B4-BE49-F238E27FC236}">
                <a16:creationId xmlns:a16="http://schemas.microsoft.com/office/drawing/2014/main" id="{67B3244D-C0DA-E839-31EA-1CCE69C2603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4DDB07-3EF1-4F08-1176-2F0CE9F82CB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3A2E5-54B5-461F-20A8-AE3486C275BE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3" name="Date_DateCustomB">
            <a:extLst>
              <a:ext uri="{FF2B5EF4-FFF2-40B4-BE49-F238E27FC236}">
                <a16:creationId xmlns:a16="http://schemas.microsoft.com/office/drawing/2014/main" id="{F501A13C-A63E-FC99-3177-A8A347144B65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2127600" y="6463114"/>
            <a:ext cx="1013894" cy="1332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14" name="Logos">
            <a:extLst>
              <a:ext uri="{FF2B5EF4-FFF2-40B4-BE49-F238E27FC236}">
                <a16:creationId xmlns:a16="http://schemas.microsoft.com/office/drawing/2014/main" id="{497562E5-B3D3-6124-ABD0-B214E9156632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5" name="Atos logo" hidden="1">
              <a:extLst>
                <a:ext uri="{FF2B5EF4-FFF2-40B4-BE49-F238E27FC236}">
                  <a16:creationId xmlns:a16="http://schemas.microsoft.com/office/drawing/2014/main" id="{BFA05174-F951-FBB4-8310-C5F4B1D056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6" name="Lilial à domicile logo" hidden="1">
              <a:extLst>
                <a:ext uri="{FF2B5EF4-FFF2-40B4-BE49-F238E27FC236}">
                  <a16:creationId xmlns:a16="http://schemas.microsoft.com/office/drawing/2014/main" id="{1AA60358-4824-87AD-FB18-192A5181D1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9" name="Coloplast Professional" hidden="1">
              <a:extLst>
                <a:ext uri="{FF2B5EF4-FFF2-40B4-BE49-F238E27FC236}">
                  <a16:creationId xmlns:a16="http://schemas.microsoft.com/office/drawing/2014/main" id="{BA8D80E8-3CF8-CA70-07D9-DC7C5C7671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2" name="Coloplast Homecare" hidden="1">
              <a:extLst>
                <a:ext uri="{FF2B5EF4-FFF2-40B4-BE49-F238E27FC236}">
                  <a16:creationId xmlns:a16="http://schemas.microsoft.com/office/drawing/2014/main" id="{4C6CAB0B-FD2B-98E0-8FC6-5DE31B6BC1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3" name="Coloplast Care" hidden="1">
              <a:extLst>
                <a:ext uri="{FF2B5EF4-FFF2-40B4-BE49-F238E27FC236}">
                  <a16:creationId xmlns:a16="http://schemas.microsoft.com/office/drawing/2014/main" id="{92ECCF50-F199-18C7-00A5-3897CC4175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4" name="Logo emf">
            <a:extLst>
              <a:ext uri="{FF2B5EF4-FFF2-40B4-BE49-F238E27FC236}">
                <a16:creationId xmlns:a16="http://schemas.microsoft.com/office/drawing/2014/main" id="{AEC24418-5515-8CD8-EC10-12AE0C04781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85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180">
          <p15:clr>
            <a:srgbClr val="A4A3A4"/>
          </p15:clr>
        </p15:guide>
        <p15:guide id="4" pos="3727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 quote slide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8A9109-782C-986F-573B-FC4FEC6E1A9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12125" y="1636713"/>
            <a:ext cx="612000" cy="18000"/>
          </a:xfrm>
          <a:prstGeom prst="rect">
            <a:avLst/>
          </a:prstGeom>
          <a:solidFill>
            <a:srgbClr val="00A2BA"/>
          </a:solidFill>
          <a:ln>
            <a:noFill/>
          </a:ln>
        </p:spPr>
        <p:txBody>
          <a:bodyPr>
            <a:noAutofit/>
          </a:bodyPr>
          <a:lstStyle>
            <a:lvl1pPr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72D5E285-75D3-F541-9C29-EBDBF82B05AC}"/>
              </a:ext>
            </a:extLst>
          </p:cNvPr>
          <p:cNvSpPr>
            <a:spLocks noGrp="1"/>
          </p:cNvSpPr>
          <p:nvPr>
            <p:ph type="subTitle" idx="34" hasCustomPrompt="1"/>
          </p:nvPr>
        </p:nvSpPr>
        <p:spPr bwMode="black">
          <a:xfrm>
            <a:off x="727076" y="1636713"/>
            <a:ext cx="7024688" cy="457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300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800" i="0">
                <a:solidFill>
                  <a:srgbClr val="171D20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long or short quote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A6059-3E77-B442-AABE-A890315637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2125" y="1728907"/>
            <a:ext cx="3355527" cy="1004353"/>
          </a:xfrm>
        </p:spPr>
        <p:txBody>
          <a:bodyPr>
            <a:noAutofit/>
          </a:bodyPr>
          <a:lstStyle>
            <a:lvl1pPr marL="0" indent="0" fontAlgn="t"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GB" sz="1200" dirty="0">
                <a:effectLst/>
              </a:rPr>
              <a:t>Place here the author’s name and title</a:t>
            </a:r>
            <a:endParaRPr lang="en-GB" sz="1200" dirty="0"/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DFC2F45B-C8DE-3EA9-7A91-99AB66EA7E81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LD_PresentationTitle">
            <a:extLst>
              <a:ext uri="{FF2B5EF4-FFF2-40B4-BE49-F238E27FC236}">
                <a16:creationId xmlns:a16="http://schemas.microsoft.com/office/drawing/2014/main" id="{3226589A-0EFA-14D4-7DFF-8AEE0F53AD1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6AC69-6229-AF16-5B03-905B0EA102A4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05D2A-D706-F44A-1F5C-43F010C3D532}"/>
              </a:ext>
            </a:extLst>
          </p:cNvPr>
          <p:cNvSpPr/>
          <p:nvPr userDrawn="1"/>
        </p:nvSpPr>
        <p:spPr>
          <a:xfrm>
            <a:off x="0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>
              <a:solidFill>
                <a:schemeClr val="tx1"/>
              </a:solidFill>
            </a:endParaRPr>
          </a:p>
        </p:txBody>
      </p:sp>
      <p:grpSp>
        <p:nvGrpSpPr>
          <p:cNvPr id="16" name="Logos">
            <a:extLst>
              <a:ext uri="{FF2B5EF4-FFF2-40B4-BE49-F238E27FC236}">
                <a16:creationId xmlns:a16="http://schemas.microsoft.com/office/drawing/2014/main" id="{412864EA-7274-58BE-9555-4E84B86EA567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9" name="Atos logo" hidden="1">
              <a:extLst>
                <a:ext uri="{FF2B5EF4-FFF2-40B4-BE49-F238E27FC236}">
                  <a16:creationId xmlns:a16="http://schemas.microsoft.com/office/drawing/2014/main" id="{622A3870-7C73-5469-5E8F-97F5A65C91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12" name="Lilial à domicile logo" hidden="1">
              <a:extLst>
                <a:ext uri="{FF2B5EF4-FFF2-40B4-BE49-F238E27FC236}">
                  <a16:creationId xmlns:a16="http://schemas.microsoft.com/office/drawing/2014/main" id="{80C766CB-8DC2-AA5E-0DF9-39389FD1EA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3" name="Coloplast Professional" hidden="1">
              <a:extLst>
                <a:ext uri="{FF2B5EF4-FFF2-40B4-BE49-F238E27FC236}">
                  <a16:creationId xmlns:a16="http://schemas.microsoft.com/office/drawing/2014/main" id="{2D796736-E05E-1907-FBC3-B141F9BFC7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676D9E32-19B6-D651-2F84-372E96DCC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5" name="Coloplast Care" hidden="1">
              <a:extLst>
                <a:ext uri="{FF2B5EF4-FFF2-40B4-BE49-F238E27FC236}">
                  <a16:creationId xmlns:a16="http://schemas.microsoft.com/office/drawing/2014/main" id="{C3DCF0B5-C9E5-9A20-8D62-C2F41778FB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8" name="Logo emf">
            <a:extLst>
              <a:ext uri="{FF2B5EF4-FFF2-40B4-BE49-F238E27FC236}">
                <a16:creationId xmlns:a16="http://schemas.microsoft.com/office/drawing/2014/main" id="{9E1D7986-E038-3EAE-7F4E-89D0173B2B1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15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10" userDrawn="1">
          <p15:clr>
            <a:srgbClr val="FBAE40"/>
          </p15:clr>
        </p15:guide>
        <p15:guide id="3" pos="4883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quote slide ">
    <p:bg>
      <p:bgPr>
        <a:solidFill>
          <a:srgbClr val="27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6AF59A8-0BD0-576A-21A6-3D487218EF08}"/>
              </a:ext>
            </a:extLst>
          </p:cNvPr>
          <p:cNvSpPr/>
          <p:nvPr userDrawn="1"/>
        </p:nvSpPr>
        <p:spPr>
          <a:xfrm>
            <a:off x="3174" y="6520387"/>
            <a:ext cx="612000" cy="18000"/>
          </a:xfrm>
          <a:prstGeom prst="rect">
            <a:avLst/>
          </a:prstGeom>
          <a:solidFill>
            <a:srgbClr val="00A2B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dirty="0" err="1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455E3D0-6DFC-2214-5781-B37D9E87E3C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12125" y="1636713"/>
            <a:ext cx="612000" cy="18000"/>
          </a:xfrm>
          <a:prstGeom prst="rect">
            <a:avLst/>
          </a:prstGeom>
          <a:solidFill>
            <a:srgbClr val="00A2BA"/>
          </a:solidFill>
          <a:ln>
            <a:noFill/>
          </a:ln>
        </p:spPr>
        <p:txBody>
          <a:bodyPr>
            <a:noAutofit/>
          </a:bodyPr>
          <a:lstStyle>
            <a:lvl1pPr>
              <a:defRPr sz="100">
                <a:solidFill>
                  <a:schemeClr val="accent1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72D5E285-75D3-F541-9C29-EBDBF82B05AC}"/>
              </a:ext>
            </a:extLst>
          </p:cNvPr>
          <p:cNvSpPr>
            <a:spLocks noGrp="1"/>
          </p:cNvSpPr>
          <p:nvPr>
            <p:ph type="subTitle" idx="34" hasCustomPrompt="1"/>
          </p:nvPr>
        </p:nvSpPr>
        <p:spPr bwMode="black">
          <a:xfrm>
            <a:off x="727076" y="1636713"/>
            <a:ext cx="7024688" cy="457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3000" i="0">
                <a:solidFill>
                  <a:schemeClr val="bg1"/>
                </a:solidFill>
              </a:defRPr>
            </a:lvl1pPr>
            <a:lvl2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2800" i="0">
                <a:solidFill>
                  <a:schemeClr val="bg1"/>
                </a:solidFill>
              </a:defRPr>
            </a:lvl2pPr>
            <a:lvl3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3pPr>
            <a:lvl4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4pPr>
            <a:lvl5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5pPr>
            <a:lvl6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6pPr>
            <a:lvl7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7pPr>
            <a:lvl8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8pPr>
            <a:lvl9pPr marL="0" indent="0" algn="l">
              <a:buFont typeface="Arial" panose="020B0604020202020204" pitchFamily="34" charset="0"/>
              <a:buChar char="​"/>
              <a:defRPr sz="2000">
                <a:solidFill>
                  <a:schemeClr val="bg1"/>
                </a:solidFill>
              </a:defRPr>
            </a:lvl9pPr>
          </a:lstStyle>
          <a:p>
            <a:r>
              <a:rPr lang="en-GB" dirty="0">
                <a:effectLst/>
              </a:rPr>
              <a:t>This space is for a long or short quote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A6059-3E77-B442-AABE-A890315637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2125" y="1728907"/>
            <a:ext cx="3352799" cy="100435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GB" sz="1200" dirty="0">
                <a:effectLst/>
              </a:rPr>
              <a:t>Place here the author’s name and title</a:t>
            </a:r>
            <a:endParaRPr lang="en-GB" sz="1200" dirty="0"/>
          </a:p>
        </p:txBody>
      </p:sp>
      <p:sp>
        <p:nvSpPr>
          <p:cNvPr id="2" name="Date_DateCustomB">
            <a:extLst>
              <a:ext uri="{FF2B5EF4-FFF2-40B4-BE49-F238E27FC236}">
                <a16:creationId xmlns:a16="http://schemas.microsoft.com/office/drawing/2014/main" id="{3798CE55-9431-EB09-D212-3237EF6B05E8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LD_PresentationTitle">
            <a:extLst>
              <a:ext uri="{FF2B5EF4-FFF2-40B4-BE49-F238E27FC236}">
                <a16:creationId xmlns:a16="http://schemas.microsoft.com/office/drawing/2014/main" id="{C5849319-374F-1DF8-EDD4-321840D73962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C9936-4AEF-C979-5171-AB3E5F5E88B4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4" name="Coloplast logo">
            <a:extLst>
              <a:ext uri="{FF2B5EF4-FFF2-40B4-BE49-F238E27FC236}">
                <a16:creationId xmlns:a16="http://schemas.microsoft.com/office/drawing/2014/main" id="{4721B958-4695-7053-D1BB-958A6CA510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54997" y="6415640"/>
            <a:ext cx="910432" cy="204482"/>
          </a:xfrm>
          <a:prstGeom prst="rect">
            <a:avLst/>
          </a:prstGeom>
        </p:spPr>
      </p:pic>
      <p:grpSp>
        <p:nvGrpSpPr>
          <p:cNvPr id="15" name="Logos">
            <a:extLst>
              <a:ext uri="{FF2B5EF4-FFF2-40B4-BE49-F238E27FC236}">
                <a16:creationId xmlns:a16="http://schemas.microsoft.com/office/drawing/2014/main" id="{70C6BE66-5555-2FA8-6D71-0187FC413C68}"/>
              </a:ext>
            </a:extLst>
          </p:cNvPr>
          <p:cNvGrpSpPr/>
          <p:nvPr userDrawn="1"/>
        </p:nvGrpSpPr>
        <p:grpSpPr>
          <a:xfrm>
            <a:off x="9427936" y="6380342"/>
            <a:ext cx="2040288" cy="306024"/>
            <a:chOff x="9427936" y="6380342"/>
            <a:chExt cx="2040288" cy="306024"/>
          </a:xfrm>
        </p:grpSpPr>
        <p:pic>
          <p:nvPicPr>
            <p:cNvPr id="8" name="Atos logo" hidden="1">
              <a:extLst>
                <a:ext uri="{FF2B5EF4-FFF2-40B4-BE49-F238E27FC236}">
                  <a16:creationId xmlns:a16="http://schemas.microsoft.com/office/drawing/2014/main" id="{2DC864C3-A692-3F64-3BE9-81E8C17685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9" name="Coloplast Professional" hidden="1">
              <a:extLst>
                <a:ext uri="{FF2B5EF4-FFF2-40B4-BE49-F238E27FC236}">
                  <a16:creationId xmlns:a16="http://schemas.microsoft.com/office/drawing/2014/main" id="{B9EB7A48-27AA-8BD6-A959-53F9E927E2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2800" y="6411600"/>
              <a:ext cx="1845424" cy="208800"/>
            </a:xfrm>
            <a:prstGeom prst="rect">
              <a:avLst/>
            </a:prstGeom>
          </p:spPr>
        </p:pic>
        <p:pic>
          <p:nvPicPr>
            <p:cNvPr id="11" name="Lilial à domicile logo" hidden="1">
              <a:extLst>
                <a:ext uri="{FF2B5EF4-FFF2-40B4-BE49-F238E27FC236}">
                  <a16:creationId xmlns:a16="http://schemas.microsoft.com/office/drawing/2014/main" id="{A9EC265F-2B8D-9EDA-0719-DA23075CFE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27936" y="6414516"/>
              <a:ext cx="2035401" cy="207195"/>
            </a:xfrm>
            <a:prstGeom prst="rect">
              <a:avLst/>
            </a:prstGeom>
          </p:spPr>
        </p:pic>
        <p:pic>
          <p:nvPicPr>
            <p:cNvPr id="12" name="Coloplast Care" hidden="1">
              <a:extLst>
                <a:ext uri="{FF2B5EF4-FFF2-40B4-BE49-F238E27FC236}">
                  <a16:creationId xmlns:a16="http://schemas.microsoft.com/office/drawing/2014/main" id="{EB42EAE5-3E5F-8E9B-0045-F6504A4925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0120314" y="6411600"/>
              <a:ext cx="1342870" cy="208800"/>
            </a:xfrm>
            <a:prstGeom prst="rect">
              <a:avLst/>
            </a:prstGeom>
          </p:spPr>
        </p:pic>
        <p:pic>
          <p:nvPicPr>
            <p:cNvPr id="14" name="Coloplast Homecare" hidden="1">
              <a:extLst>
                <a:ext uri="{FF2B5EF4-FFF2-40B4-BE49-F238E27FC236}">
                  <a16:creationId xmlns:a16="http://schemas.microsoft.com/office/drawing/2014/main" id="{EC3FFF6D-52B8-7F0F-BE79-7BED3E7A65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747496" y="6412763"/>
              <a:ext cx="1719017" cy="2087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5684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10" userDrawn="1">
          <p15:clr>
            <a:srgbClr val="FBAE40"/>
          </p15:clr>
        </p15:guide>
        <p15:guide id="3" pos="488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: Thank Yo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E4B513-0E06-5231-65A4-9B45778910C2}"/>
              </a:ext>
            </a:extLst>
          </p:cNvPr>
          <p:cNvGrpSpPr/>
          <p:nvPr userDrawn="1"/>
        </p:nvGrpSpPr>
        <p:grpSpPr>
          <a:xfrm>
            <a:off x="3002983" y="2800350"/>
            <a:ext cx="5955030" cy="1257300"/>
            <a:chOff x="3157087" y="2800350"/>
            <a:chExt cx="5955030" cy="12573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71DF844-4646-874D-8493-7CA39DE66D82}"/>
                </a:ext>
              </a:extLst>
            </p:cNvPr>
            <p:cNvSpPr txBox="1"/>
            <p:nvPr userDrawn="1"/>
          </p:nvSpPr>
          <p:spPr>
            <a:xfrm>
              <a:off x="3157087" y="2800350"/>
              <a:ext cx="5955030" cy="12573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GB" sz="5600" dirty="0">
                  <a:solidFill>
                    <a:schemeClr val="tx1"/>
                  </a:solidFill>
                </a:rPr>
                <a:t>Thank you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CACF46-99C1-54A9-D460-D5853C065554}"/>
                </a:ext>
              </a:extLst>
            </p:cNvPr>
            <p:cNvSpPr/>
            <p:nvPr userDrawn="1"/>
          </p:nvSpPr>
          <p:spPr>
            <a:xfrm rot="5400000">
              <a:off x="7907437" y="3601310"/>
              <a:ext cx="45719" cy="299962"/>
            </a:xfrm>
            <a:prstGeom prst="rect">
              <a:avLst/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dirty="0" err="1"/>
            </a:p>
          </p:txBody>
        </p:sp>
      </p:grpSp>
      <p:sp>
        <p:nvSpPr>
          <p:cNvPr id="9" name="Date Placeholder 2" hidden="1">
            <a:extLst>
              <a:ext uri="{FF2B5EF4-FFF2-40B4-BE49-F238E27FC236}">
                <a16:creationId xmlns:a16="http://schemas.microsoft.com/office/drawing/2014/main" id="{6001CE86-E648-52F8-E667-DDD35EE1CFBE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0" name="Footer Placeholder 3" hidden="1">
            <a:extLst>
              <a:ext uri="{FF2B5EF4-FFF2-40B4-BE49-F238E27FC236}">
                <a16:creationId xmlns:a16="http://schemas.microsoft.com/office/drawing/2014/main" id="{28B5AB76-4491-0C7B-83C5-5A39CEA65A51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4" hidden="1">
            <a:extLst>
              <a:ext uri="{FF2B5EF4-FFF2-40B4-BE49-F238E27FC236}">
                <a16:creationId xmlns:a16="http://schemas.microsoft.com/office/drawing/2014/main" id="{23E2E672-70F7-1450-6534-20B33DEB72F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Logos">
            <a:extLst>
              <a:ext uri="{FF2B5EF4-FFF2-40B4-BE49-F238E27FC236}">
                <a16:creationId xmlns:a16="http://schemas.microsoft.com/office/drawing/2014/main" id="{58F5E59C-BDA0-DCCA-8B1A-447D03C10005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7" name="Atos logo" hidden="1">
              <a:extLst>
                <a:ext uri="{FF2B5EF4-FFF2-40B4-BE49-F238E27FC236}">
                  <a16:creationId xmlns:a16="http://schemas.microsoft.com/office/drawing/2014/main" id="{19ABDC06-963D-E7F5-F7DA-206407C14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8" name="Lilial à domicile logo" hidden="1">
              <a:extLst>
                <a:ext uri="{FF2B5EF4-FFF2-40B4-BE49-F238E27FC236}">
                  <a16:creationId xmlns:a16="http://schemas.microsoft.com/office/drawing/2014/main" id="{74517BA8-7AA0-F67C-06DC-A26EA5A04C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12" name="Coloplast Professional" hidden="1">
              <a:extLst>
                <a:ext uri="{FF2B5EF4-FFF2-40B4-BE49-F238E27FC236}">
                  <a16:creationId xmlns:a16="http://schemas.microsoft.com/office/drawing/2014/main" id="{333386A3-0020-0BEF-AA75-D3EC382F2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3" name="Coloplast Homecare" hidden="1">
              <a:extLst>
                <a:ext uri="{FF2B5EF4-FFF2-40B4-BE49-F238E27FC236}">
                  <a16:creationId xmlns:a16="http://schemas.microsoft.com/office/drawing/2014/main" id="{66777EBA-1409-6BCC-0AF8-31C0FBDC6B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4" name="Coloplast Care" hidden="1">
              <a:extLst>
                <a:ext uri="{FF2B5EF4-FFF2-40B4-BE49-F238E27FC236}">
                  <a16:creationId xmlns:a16="http://schemas.microsoft.com/office/drawing/2014/main" id="{99B44F17-0FAD-5534-8A7A-42608E614D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6" name="Logo emf">
            <a:extLst>
              <a:ext uri="{FF2B5EF4-FFF2-40B4-BE49-F238E27FC236}">
                <a16:creationId xmlns:a16="http://schemas.microsoft.com/office/drawing/2014/main" id="{BFA3833A-0A2E-E309-7327-B58A54AAB42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83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: Making life easier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 hidden="1">
            <a:extLst>
              <a:ext uri="{FF2B5EF4-FFF2-40B4-BE49-F238E27FC236}">
                <a16:creationId xmlns:a16="http://schemas.microsoft.com/office/drawing/2014/main" id="{91617453-D99D-6925-7355-14EFFC6B4842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Footer Placeholder 3" hidden="1">
            <a:extLst>
              <a:ext uri="{FF2B5EF4-FFF2-40B4-BE49-F238E27FC236}">
                <a16:creationId xmlns:a16="http://schemas.microsoft.com/office/drawing/2014/main" id="{FA45EA1A-D7A0-E23E-195F-9BB7EACF9A3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4" hidden="1">
            <a:extLst>
              <a:ext uri="{FF2B5EF4-FFF2-40B4-BE49-F238E27FC236}">
                <a16:creationId xmlns:a16="http://schemas.microsoft.com/office/drawing/2014/main" id="{796A84C5-89C5-B10E-E8F6-54909084B9D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467A4B-7A4D-1040-50A5-13C9CE764C8F}"/>
              </a:ext>
            </a:extLst>
          </p:cNvPr>
          <p:cNvGrpSpPr/>
          <p:nvPr userDrawn="1"/>
        </p:nvGrpSpPr>
        <p:grpSpPr>
          <a:xfrm>
            <a:off x="3067180" y="2868652"/>
            <a:ext cx="5821633" cy="1120698"/>
            <a:chOff x="3049383" y="2868652"/>
            <a:chExt cx="5821633" cy="11206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FA32FE-FCDA-F10C-7042-6D4FB11AEBAD}"/>
                </a:ext>
              </a:extLst>
            </p:cNvPr>
            <p:cNvSpPr txBox="1"/>
            <p:nvPr userDrawn="1"/>
          </p:nvSpPr>
          <p:spPr>
            <a:xfrm>
              <a:off x="3049383" y="2868652"/>
              <a:ext cx="5821633" cy="11206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5600" dirty="0">
                  <a:solidFill>
                    <a:schemeClr val="tx1"/>
                  </a:solidFill>
                </a:rPr>
                <a:t>Making life easier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5E9B44-4EB1-D1BD-786B-B39555D26FD3}"/>
                </a:ext>
              </a:extLst>
            </p:cNvPr>
            <p:cNvSpPr/>
            <p:nvPr userDrawn="1"/>
          </p:nvSpPr>
          <p:spPr>
            <a:xfrm rot="5400000">
              <a:off x="8672595" y="3616427"/>
              <a:ext cx="45719" cy="299962"/>
            </a:xfrm>
            <a:prstGeom prst="rect">
              <a:avLst/>
            </a:prstGeom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dirty="0" err="1"/>
            </a:p>
          </p:txBody>
        </p:sp>
      </p:grpSp>
      <p:grpSp>
        <p:nvGrpSpPr>
          <p:cNvPr id="15" name="Logos">
            <a:extLst>
              <a:ext uri="{FF2B5EF4-FFF2-40B4-BE49-F238E27FC236}">
                <a16:creationId xmlns:a16="http://schemas.microsoft.com/office/drawing/2014/main" id="{C03F80AF-213A-1706-796C-F7F5A95ED988}"/>
              </a:ext>
            </a:extLst>
          </p:cNvPr>
          <p:cNvGrpSpPr/>
          <p:nvPr userDrawn="1"/>
        </p:nvGrpSpPr>
        <p:grpSpPr>
          <a:xfrm>
            <a:off x="9427936" y="6376986"/>
            <a:ext cx="2038577" cy="304801"/>
            <a:chOff x="9427936" y="6376986"/>
            <a:chExt cx="2038577" cy="304801"/>
          </a:xfrm>
        </p:grpSpPr>
        <p:pic>
          <p:nvPicPr>
            <p:cNvPr id="3" name="Atos logo" hidden="1">
              <a:extLst>
                <a:ext uri="{FF2B5EF4-FFF2-40B4-BE49-F238E27FC236}">
                  <a16:creationId xmlns:a16="http://schemas.microsoft.com/office/drawing/2014/main" id="{7DFBF0CE-F7E8-4DEA-86FC-8E4B6A4DB9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783" y="6376986"/>
              <a:ext cx="914402" cy="304801"/>
            </a:xfrm>
            <a:prstGeom prst="rect">
              <a:avLst/>
            </a:prstGeom>
          </p:spPr>
        </p:pic>
        <p:pic>
          <p:nvPicPr>
            <p:cNvPr id="5" name="Lilial à domicile logo" hidden="1">
              <a:extLst>
                <a:ext uri="{FF2B5EF4-FFF2-40B4-BE49-F238E27FC236}">
                  <a16:creationId xmlns:a16="http://schemas.microsoft.com/office/drawing/2014/main" id="{440FE745-42CE-4CE4-413C-9851FE853F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27936" y="6414515"/>
              <a:ext cx="2035401" cy="207197"/>
            </a:xfrm>
            <a:prstGeom prst="rect">
              <a:avLst/>
            </a:prstGeom>
          </p:spPr>
        </p:pic>
        <p:pic>
          <p:nvPicPr>
            <p:cNvPr id="9" name="Coloplast Professional" hidden="1">
              <a:extLst>
                <a:ext uri="{FF2B5EF4-FFF2-40B4-BE49-F238E27FC236}">
                  <a16:creationId xmlns:a16="http://schemas.microsoft.com/office/drawing/2014/main" id="{9F5D7078-6103-92BB-814B-19766270F6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21089" y="6411600"/>
              <a:ext cx="1845424" cy="208800"/>
            </a:xfrm>
            <a:prstGeom prst="rect">
              <a:avLst/>
            </a:prstGeom>
          </p:spPr>
        </p:pic>
        <p:pic>
          <p:nvPicPr>
            <p:cNvPr id="13" name="Coloplast Homecare" hidden="1">
              <a:extLst>
                <a:ext uri="{FF2B5EF4-FFF2-40B4-BE49-F238E27FC236}">
                  <a16:creationId xmlns:a16="http://schemas.microsoft.com/office/drawing/2014/main" id="{227FD462-8237-3E97-4DC5-D72B3136A0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739152" y="6412224"/>
              <a:ext cx="1727361" cy="209751"/>
            </a:xfrm>
            <a:prstGeom prst="rect">
              <a:avLst/>
            </a:prstGeom>
          </p:spPr>
        </p:pic>
        <p:pic>
          <p:nvPicPr>
            <p:cNvPr id="14" name="Coloplast Care" hidden="1">
              <a:extLst>
                <a:ext uri="{FF2B5EF4-FFF2-40B4-BE49-F238E27FC236}">
                  <a16:creationId xmlns:a16="http://schemas.microsoft.com/office/drawing/2014/main" id="{422CB1B6-A501-57A3-DB2B-E6BD221E4A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20314" y="6411600"/>
              <a:ext cx="1342871" cy="208800"/>
            </a:xfrm>
            <a:prstGeom prst="rect">
              <a:avLst/>
            </a:prstGeom>
          </p:spPr>
        </p:pic>
      </p:grpSp>
      <p:pic>
        <p:nvPicPr>
          <p:cNvPr id="2" name="Logo emf">
            <a:extLst>
              <a:ext uri="{FF2B5EF4-FFF2-40B4-BE49-F238E27FC236}">
                <a16:creationId xmlns:a16="http://schemas.microsoft.com/office/drawing/2014/main" id="{78F06E08-D723-0AF1-4200-C6EC3F1936A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3699" y="6415040"/>
            <a:ext cx="914401" cy="20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8143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ission, Vision, and Values ">
    <p:bg>
      <p:bgPr>
        <a:solidFill>
          <a:srgbClr val="00A2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F2DF74F-C40E-480F-ABDB-32945D8FFE47}"/>
              </a:ext>
            </a:extLst>
          </p:cNvPr>
          <p:cNvSpPr txBox="1"/>
          <p:nvPr userDrawn="1"/>
        </p:nvSpPr>
        <p:spPr>
          <a:xfrm>
            <a:off x="722313" y="365125"/>
            <a:ext cx="7042495" cy="14298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00" b="0" i="0" dirty="0">
                <a:solidFill>
                  <a:schemeClr val="bg1"/>
                </a:solidFill>
                <a:effectLst/>
                <a:latin typeface="Coloplast Medium" pitchFamily="2" charset="0"/>
              </a:rPr>
              <a:t>Mission</a:t>
            </a:r>
            <a:r>
              <a:rPr lang="en-GB" sz="1600" dirty="0">
                <a:solidFill>
                  <a:schemeClr val="bg1"/>
                </a:solidFill>
                <a:effectLst/>
              </a:rPr>
              <a:t/>
            </a:r>
            <a:br>
              <a:rPr lang="en-GB" sz="16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Making life easier for people with</a:t>
            </a:r>
            <a:br>
              <a:rPr lang="en-GB" sz="28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intimate healthcare needs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AAB99-0740-9EF4-4063-AD43D283BE27}"/>
              </a:ext>
            </a:extLst>
          </p:cNvPr>
          <p:cNvSpPr txBox="1"/>
          <p:nvPr userDrawn="1"/>
        </p:nvSpPr>
        <p:spPr>
          <a:xfrm>
            <a:off x="722313" y="1995623"/>
            <a:ext cx="7042495" cy="18700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00" b="0" i="0" dirty="0">
                <a:solidFill>
                  <a:schemeClr val="bg1"/>
                </a:solidFill>
                <a:effectLst/>
                <a:latin typeface="Coloplast Medium" pitchFamily="2" charset="0"/>
              </a:rPr>
              <a:t>Values</a:t>
            </a:r>
            <a:r>
              <a:rPr lang="en-GB" sz="1600" dirty="0">
                <a:solidFill>
                  <a:schemeClr val="bg1"/>
                </a:solidFill>
                <a:effectLst/>
              </a:rPr>
              <a:t/>
            </a:r>
            <a:br>
              <a:rPr lang="en-GB" sz="16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Closeness… to better understand</a:t>
            </a:r>
            <a:br>
              <a:rPr lang="en-GB" sz="28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Passion… to make a difference</a:t>
            </a:r>
            <a:br>
              <a:rPr lang="en-GB" sz="28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Respect and responsibility… to guide us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DBFB3-9978-CEFF-C713-37895CD2CCE2}"/>
              </a:ext>
            </a:extLst>
          </p:cNvPr>
          <p:cNvSpPr txBox="1"/>
          <p:nvPr userDrawn="1"/>
        </p:nvSpPr>
        <p:spPr>
          <a:xfrm>
            <a:off x="722313" y="4066388"/>
            <a:ext cx="7042495" cy="1421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400" b="0" i="0" dirty="0">
                <a:solidFill>
                  <a:schemeClr val="bg1"/>
                </a:solidFill>
                <a:effectLst/>
                <a:latin typeface="Coloplast Medium" pitchFamily="2" charset="0"/>
              </a:rPr>
              <a:t>Vision</a:t>
            </a:r>
            <a:r>
              <a:rPr lang="en-GB" sz="1600" dirty="0">
                <a:solidFill>
                  <a:schemeClr val="bg1"/>
                </a:solidFill>
                <a:effectLst/>
              </a:rPr>
              <a:t/>
            </a:r>
            <a:br>
              <a:rPr lang="en-GB" sz="16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Setting the global standard for </a:t>
            </a:r>
            <a:br>
              <a:rPr lang="en-GB" sz="2800" dirty="0">
                <a:solidFill>
                  <a:schemeClr val="bg1"/>
                </a:solidFill>
                <a:effectLst/>
              </a:rPr>
            </a:br>
            <a:r>
              <a:rPr lang="en-GB" sz="2800" dirty="0">
                <a:solidFill>
                  <a:schemeClr val="bg1"/>
                </a:solidFill>
                <a:effectLst/>
              </a:rPr>
              <a:t>listening and responding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13" name="Date Placeholder 2" hidden="1">
            <a:extLst>
              <a:ext uri="{FF2B5EF4-FFF2-40B4-BE49-F238E27FC236}">
                <a16:creationId xmlns:a16="http://schemas.microsoft.com/office/drawing/2014/main" id="{D90F6B81-513A-B9FC-32AE-FA90562AD399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4" name="Footer Placeholder 3" hidden="1">
            <a:extLst>
              <a:ext uri="{FF2B5EF4-FFF2-40B4-BE49-F238E27FC236}">
                <a16:creationId xmlns:a16="http://schemas.microsoft.com/office/drawing/2014/main" id="{F46265D3-9E2D-DA73-2343-1C8E27E97C78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4" hidden="1">
            <a:extLst>
              <a:ext uri="{FF2B5EF4-FFF2-40B4-BE49-F238E27FC236}">
                <a16:creationId xmlns:a16="http://schemas.microsoft.com/office/drawing/2014/main" id="{E5AC1B5E-7803-E45F-79DA-DB049F51432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2" name="Logos">
            <a:extLst>
              <a:ext uri="{FF2B5EF4-FFF2-40B4-BE49-F238E27FC236}">
                <a16:creationId xmlns:a16="http://schemas.microsoft.com/office/drawing/2014/main" id="{A60AC5B0-43CC-A597-820D-9F210AE0B70D}"/>
              </a:ext>
            </a:extLst>
          </p:cNvPr>
          <p:cNvGrpSpPr/>
          <p:nvPr userDrawn="1"/>
        </p:nvGrpSpPr>
        <p:grpSpPr>
          <a:xfrm>
            <a:off x="9427936" y="6380342"/>
            <a:ext cx="2040288" cy="306024"/>
            <a:chOff x="9427936" y="6380342"/>
            <a:chExt cx="2040288" cy="306024"/>
          </a:xfrm>
        </p:grpSpPr>
        <p:pic>
          <p:nvPicPr>
            <p:cNvPr id="4" name="Atos logo" hidden="1">
              <a:extLst>
                <a:ext uri="{FF2B5EF4-FFF2-40B4-BE49-F238E27FC236}">
                  <a16:creationId xmlns:a16="http://schemas.microsoft.com/office/drawing/2014/main" id="{3D70C783-CE88-6B01-159A-746154CBD8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548441" y="6380342"/>
              <a:ext cx="918072" cy="306024"/>
            </a:xfrm>
            <a:prstGeom prst="rect">
              <a:avLst/>
            </a:prstGeom>
          </p:spPr>
        </p:pic>
        <p:pic>
          <p:nvPicPr>
            <p:cNvPr id="5" name="Coloplast Professional" hidden="1">
              <a:extLst>
                <a:ext uri="{FF2B5EF4-FFF2-40B4-BE49-F238E27FC236}">
                  <a16:creationId xmlns:a16="http://schemas.microsoft.com/office/drawing/2014/main" id="{29F34834-AEC5-E094-8D8D-8DBDA4B049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22800" y="6411600"/>
              <a:ext cx="1845424" cy="208800"/>
            </a:xfrm>
            <a:prstGeom prst="rect">
              <a:avLst/>
            </a:prstGeom>
          </p:spPr>
        </p:pic>
        <p:pic>
          <p:nvPicPr>
            <p:cNvPr id="6" name="Lilial à domicile logo" hidden="1">
              <a:extLst>
                <a:ext uri="{FF2B5EF4-FFF2-40B4-BE49-F238E27FC236}">
                  <a16:creationId xmlns:a16="http://schemas.microsoft.com/office/drawing/2014/main" id="{BE446A9B-423A-1245-6E07-E7E30D563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427936" y="6414516"/>
              <a:ext cx="2035401" cy="207195"/>
            </a:xfrm>
            <a:prstGeom prst="rect">
              <a:avLst/>
            </a:prstGeom>
          </p:spPr>
        </p:pic>
        <p:pic>
          <p:nvPicPr>
            <p:cNvPr id="7" name="Coloplast Care" hidden="1">
              <a:extLst>
                <a:ext uri="{FF2B5EF4-FFF2-40B4-BE49-F238E27FC236}">
                  <a16:creationId xmlns:a16="http://schemas.microsoft.com/office/drawing/2014/main" id="{D24DAC91-CB22-8C93-5201-9FE26AA6C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120314" y="6411600"/>
              <a:ext cx="1342870" cy="208800"/>
            </a:xfrm>
            <a:prstGeom prst="rect">
              <a:avLst/>
            </a:prstGeom>
          </p:spPr>
        </p:pic>
        <p:pic>
          <p:nvPicPr>
            <p:cNvPr id="8" name="Coloplast Homecare" hidden="1">
              <a:extLst>
                <a:ext uri="{FF2B5EF4-FFF2-40B4-BE49-F238E27FC236}">
                  <a16:creationId xmlns:a16="http://schemas.microsoft.com/office/drawing/2014/main" id="{279841C5-EB96-4E91-C177-1476D7BF39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7496" y="6412763"/>
              <a:ext cx="1719017" cy="208738"/>
            </a:xfrm>
            <a:prstGeom prst="rect">
              <a:avLst/>
            </a:prstGeom>
          </p:spPr>
        </p:pic>
      </p:grpSp>
      <p:pic>
        <p:nvPicPr>
          <p:cNvPr id="18" name="Coloplast logo">
            <a:extLst>
              <a:ext uri="{FF2B5EF4-FFF2-40B4-BE49-F238E27FC236}">
                <a16:creationId xmlns:a16="http://schemas.microsoft.com/office/drawing/2014/main" id="{F35C26DB-5E47-8C8C-610E-B428DCF1FD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54997" y="6415640"/>
            <a:ext cx="910432" cy="20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29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urquoise Logo ">
    <p:bg>
      <p:bgPr>
        <a:solidFill>
          <a:srgbClr val="00A2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83A9406-FD76-3EEC-BCBF-DCD2724E6471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 hidden="1">
            <a:extLst>
              <a:ext uri="{FF2B5EF4-FFF2-40B4-BE49-F238E27FC236}">
                <a16:creationId xmlns:a16="http://schemas.microsoft.com/office/drawing/2014/main" id="{23288351-52C7-80F0-8E45-1C93041E22B1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7779C48-A147-7EB3-167B-C4D04C0C758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Atos logo" hidden="1">
            <a:extLst>
              <a:ext uri="{FF2B5EF4-FFF2-40B4-BE49-F238E27FC236}">
                <a16:creationId xmlns:a16="http://schemas.microsoft.com/office/drawing/2014/main" id="{E98283DB-EB73-5B10-C7A5-B47003F08E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5932" y="2825644"/>
            <a:ext cx="3620136" cy="1206712"/>
          </a:xfrm>
          <a:prstGeom prst="rect">
            <a:avLst/>
          </a:prstGeom>
        </p:spPr>
      </p:pic>
      <p:pic>
        <p:nvPicPr>
          <p:cNvPr id="10" name="Lilial à domicile logo" hidden="1">
            <a:extLst>
              <a:ext uri="{FF2B5EF4-FFF2-40B4-BE49-F238E27FC236}">
                <a16:creationId xmlns:a16="http://schemas.microsoft.com/office/drawing/2014/main" id="{9D9C6D0B-07D8-E22A-49CB-7C9B51E1B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6311" y="3021849"/>
            <a:ext cx="7999378" cy="814302"/>
          </a:xfrm>
          <a:prstGeom prst="rect">
            <a:avLst/>
          </a:prstGeom>
        </p:spPr>
      </p:pic>
      <p:pic>
        <p:nvPicPr>
          <p:cNvPr id="2" name="Coloplast logo">
            <a:extLst>
              <a:ext uri="{FF2B5EF4-FFF2-40B4-BE49-F238E27FC236}">
                <a16:creationId xmlns:a16="http://schemas.microsoft.com/office/drawing/2014/main" id="{FDD061EB-E745-5F81-EEE7-A7E49A3001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3209" y="3021849"/>
            <a:ext cx="3625582" cy="81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26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ark Logo ">
    <p:bg>
      <p:bgPr>
        <a:solidFill>
          <a:srgbClr val="274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86691AC6-09B0-B262-DC35-C3BFA3FE2A56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346DE1B-FBD9-151B-3D5A-90340963665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002FA86-9A3E-072D-C831-0E4712B28A5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700">
                <a:noFill/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3" name="Atos logo" hidden="1">
            <a:extLst>
              <a:ext uri="{FF2B5EF4-FFF2-40B4-BE49-F238E27FC236}">
                <a16:creationId xmlns:a16="http://schemas.microsoft.com/office/drawing/2014/main" id="{47B02CDD-3023-6A23-3D4E-BADA741C94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85932" y="2825644"/>
            <a:ext cx="3620136" cy="1206712"/>
          </a:xfrm>
          <a:prstGeom prst="rect">
            <a:avLst/>
          </a:prstGeom>
        </p:spPr>
      </p:pic>
      <p:pic>
        <p:nvPicPr>
          <p:cNvPr id="4" name="Lilial à domicile logo" hidden="1">
            <a:extLst>
              <a:ext uri="{FF2B5EF4-FFF2-40B4-BE49-F238E27FC236}">
                <a16:creationId xmlns:a16="http://schemas.microsoft.com/office/drawing/2014/main" id="{375303C2-A09C-AFEA-B33B-DB502F02AD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6311" y="3021849"/>
            <a:ext cx="7999378" cy="814302"/>
          </a:xfrm>
          <a:prstGeom prst="rect">
            <a:avLst/>
          </a:prstGeom>
        </p:spPr>
      </p:pic>
      <p:pic>
        <p:nvPicPr>
          <p:cNvPr id="12" name="Coloplast logo">
            <a:extLst>
              <a:ext uri="{FF2B5EF4-FFF2-40B4-BE49-F238E27FC236}">
                <a16:creationId xmlns:a16="http://schemas.microsoft.com/office/drawing/2014/main" id="{A358AB4C-B5EE-C8C4-4E48-63057C4DA3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3209" y="3021849"/>
            <a:ext cx="3625582" cy="81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33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45200" y="4311801"/>
            <a:ext cx="2720539" cy="216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Pictures</a:t>
            </a:r>
            <a:r>
              <a:rPr lang="en-GB" sz="9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/>
            </a:r>
            <a:br>
              <a:rPr lang="en-GB" sz="9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corporate picture from Ampler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Ampler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 to view Ampler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Ampler pane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pictureplaceholder, click on the icon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/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137" y="2148500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800" y="1636713"/>
            <a:ext cx="2772000" cy="232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Guides</a:t>
            </a:r>
            <a:endParaRPr lang="en-GB" sz="1100" b="1" noProof="1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 dirty="0">
                <a:solidFill>
                  <a:schemeClr val="tx1"/>
                </a:solidFill>
                <a:effectLst/>
                <a:latin typeface="Arial"/>
              </a:rPr>
              <a:t>⌘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727075" y="365125"/>
            <a:ext cx="10739438" cy="7337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– your user guide</a:t>
            </a:r>
          </a:p>
        </p:txBody>
      </p:sp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 dirty="0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901" t="45142" r="62601" b="9046"/>
          <a:stretch/>
        </p:blipFill>
        <p:spPr>
          <a:xfrm>
            <a:off x="7113891" y="5912860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7076" y="1636713"/>
            <a:ext cx="2094948" cy="2059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Colours</a:t>
            </a:r>
            <a:endParaRPr lang="en-GB" altLang="da-DK" sz="1100" b="0" noProof="1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Theme Colours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(the first row) as the preferred option in the design layout.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Avoid using the automatically generated colours (found below Theme Colors)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as they do not align with the approved Coloplast colour palette.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The Custom Colours 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include our turquoise, grey and sand shades, as well as accent colours. It is recommended to use these colours </a:t>
            </a:r>
            <a:r>
              <a:rPr lang="en-US" sz="900" dirty="0"/>
              <a:t>thoughtfully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organize content or enhance data visualization.</a:t>
            </a:r>
            <a:endParaRPr lang="en-GB" sz="900" dirty="0">
              <a:solidFill>
                <a:schemeClr val="tx1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31600" y="2491032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31600" y="1636713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34298" y="3483598"/>
            <a:ext cx="538465" cy="1728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l="50000" t="50000" b="4554"/>
          <a:stretch/>
        </p:blipFill>
        <p:spPr>
          <a:xfrm>
            <a:off x="7065739" y="5369686"/>
            <a:ext cx="437508" cy="365851"/>
          </a:xfrm>
          <a:prstGeom prst="rect">
            <a:avLst/>
          </a:prstGeom>
        </p:spPr>
      </p:pic>
      <p:sp>
        <p:nvSpPr>
          <p:cNvPr id="2" name="Text Box 4">
            <a:extLst>
              <a:ext uri="{FF2B5EF4-FFF2-40B4-BE49-F238E27FC236}">
                <a16:creationId xmlns:a16="http://schemas.microsoft.com/office/drawing/2014/main" id="{AF1D07BE-1956-48C7-4CAF-3FF96B50E71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452800" y="4142846"/>
            <a:ext cx="2772000" cy="232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altLang="da-DK" sz="11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predefined slides and elements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using the Ampler pane. Choose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from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buttons in the Ampler pane on the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E3ECE3-0F26-85FB-05DD-55D1C07700DA}"/>
              </a:ext>
            </a:extLst>
          </p:cNvPr>
          <p:cNvGrpSpPr/>
          <p:nvPr userDrawn="1"/>
        </p:nvGrpSpPr>
        <p:grpSpPr>
          <a:xfrm>
            <a:off x="10565562" y="5680957"/>
            <a:ext cx="991746" cy="384654"/>
            <a:chOff x="10992821" y="4404000"/>
            <a:chExt cx="1588357" cy="6160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D87BA78-BAF8-40C0-216D-101DAC631E5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E23EC2E-5157-A862-DBCE-0C8754A274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sp>
        <p:nvSpPr>
          <p:cNvPr id="7" name="Text Box 3">
            <a:extLst>
              <a:ext uri="{FF2B5EF4-FFF2-40B4-BE49-F238E27FC236}">
                <a16:creationId xmlns:a16="http://schemas.microsoft.com/office/drawing/2014/main" id="{2DCC96C3-F027-DCDA-DF24-79E279C9C7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45200" y="1641177"/>
            <a:ext cx="2720539" cy="2160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/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GB" sz="900" b="1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GB" sz="900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GB" sz="900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</a:br>
            <a:r>
              <a:rPr lang="en-GB" sz="900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  <a:br>
              <a:rPr lang="en-GB" sz="900" dirty="0">
                <a:solidFill>
                  <a:schemeClr val="tx1"/>
                </a:solidFill>
                <a:latin typeface="+mn-lt"/>
                <a:ea typeface="Arial" panose="020B0604020202020204" pitchFamily="34" charset="0"/>
              </a:rPr>
            </a:br>
            <a:endParaRPr lang="en-GB" sz="900" dirty="0">
              <a:solidFill>
                <a:schemeClr val="tx1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menu to reset position, size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formatting of the slide placeholders to their default settings</a:t>
            </a:r>
            <a:endParaRPr lang="en-GB" sz="900" dirty="0">
              <a:solidFill>
                <a:schemeClr val="tx1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76D4C80E-2D4F-5031-836E-91A6234DFC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7075" y="4185180"/>
            <a:ext cx="2625806" cy="2019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Text styles</a:t>
            </a:r>
            <a:endParaRPr lang="en-GB" altLang="da-DK" sz="1100" b="0" noProof="1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/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endParaRPr lang="en-GB" sz="900" dirty="0">
              <a:solidFill>
                <a:schemeClr val="tx1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2B0A48-AB21-0F3A-04B7-C3B46CBDB97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263618" y="5048116"/>
            <a:ext cx="457143" cy="257143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AE3AD74-970B-FD54-39F0-C0621780123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263618" y="5757984"/>
            <a:ext cx="257143" cy="2857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7B43E4-6D68-FED6-F4EE-65F7CEA6FF84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202" y="1885967"/>
            <a:ext cx="955480" cy="1862702"/>
          </a:xfrm>
          <a:prstGeom prst="rect">
            <a:avLst/>
          </a:prstGeom>
        </p:spPr>
      </p:pic>
      <p:sp>
        <p:nvSpPr>
          <p:cNvPr id="25" name="Left Bracket 24">
            <a:extLst>
              <a:ext uri="{FF2B5EF4-FFF2-40B4-BE49-F238E27FC236}">
                <a16:creationId xmlns:a16="http://schemas.microsoft.com/office/drawing/2014/main" id="{8F7964ED-86F8-123E-5D04-D027AE76B0D6}"/>
              </a:ext>
            </a:extLst>
          </p:cNvPr>
          <p:cNvSpPr/>
          <p:nvPr userDrawn="1"/>
        </p:nvSpPr>
        <p:spPr>
          <a:xfrm>
            <a:off x="2928643" y="2015214"/>
            <a:ext cx="45719" cy="1016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eft Bracket 30">
            <a:extLst>
              <a:ext uri="{FF2B5EF4-FFF2-40B4-BE49-F238E27FC236}">
                <a16:creationId xmlns:a16="http://schemas.microsoft.com/office/drawing/2014/main" id="{4A8509D6-8416-7B93-9332-6613565301DB}"/>
              </a:ext>
            </a:extLst>
          </p:cNvPr>
          <p:cNvSpPr/>
          <p:nvPr userDrawn="1"/>
        </p:nvSpPr>
        <p:spPr>
          <a:xfrm>
            <a:off x="2928643" y="2142214"/>
            <a:ext cx="45719" cy="40208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 Bracket 31">
            <a:extLst>
              <a:ext uri="{FF2B5EF4-FFF2-40B4-BE49-F238E27FC236}">
                <a16:creationId xmlns:a16="http://schemas.microsoft.com/office/drawing/2014/main" id="{2266AD7C-E859-CEFD-C338-1BFABFD10B2F}"/>
              </a:ext>
            </a:extLst>
          </p:cNvPr>
          <p:cNvSpPr/>
          <p:nvPr userDrawn="1"/>
        </p:nvSpPr>
        <p:spPr>
          <a:xfrm>
            <a:off x="2928643" y="2689114"/>
            <a:ext cx="45719" cy="376429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83921E-FDB7-AA09-5636-E3DAE28565FE}"/>
              </a:ext>
            </a:extLst>
          </p:cNvPr>
          <p:cNvCxnSpPr>
            <a:cxnSpLocks/>
            <a:stCxn id="31" idx="1"/>
          </p:cNvCxnSpPr>
          <p:nvPr userDrawn="1"/>
        </p:nvCxnSpPr>
        <p:spPr>
          <a:xfrm flipH="1">
            <a:off x="2822024" y="2343256"/>
            <a:ext cx="1066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ABB1DA4-4B0E-419E-53FF-878D50B9AAA5}"/>
              </a:ext>
            </a:extLst>
          </p:cNvPr>
          <p:cNvCxnSpPr>
            <a:cxnSpLocks/>
            <a:stCxn id="25" idx="1"/>
          </p:cNvCxnSpPr>
          <p:nvPr userDrawn="1"/>
        </p:nvCxnSpPr>
        <p:spPr>
          <a:xfrm flipH="1">
            <a:off x="2822024" y="2066014"/>
            <a:ext cx="1066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644FCF9-E407-D6C9-8578-B6F10182CCCD}"/>
              </a:ext>
            </a:extLst>
          </p:cNvPr>
          <p:cNvCxnSpPr>
            <a:cxnSpLocks/>
            <a:stCxn id="32" idx="1"/>
          </p:cNvCxnSpPr>
          <p:nvPr userDrawn="1"/>
        </p:nvCxnSpPr>
        <p:spPr>
          <a:xfrm flipH="1">
            <a:off x="2822024" y="2877329"/>
            <a:ext cx="1066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0D45DF23-BEDB-05EC-6A28-AFA076EDFA8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2" t="8988" r="36203" b="17765"/>
          <a:stretch/>
        </p:blipFill>
        <p:spPr bwMode="auto">
          <a:xfrm>
            <a:off x="7112292" y="4714324"/>
            <a:ext cx="342803" cy="322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3374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852285F-7D9E-5E48-B234-69AB816D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14" y="365125"/>
            <a:ext cx="7962555" cy="10445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>
                <a:effectLst/>
              </a:rPr>
              <a:t>This space is for your headline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ADEB487-0C1C-2ED2-90FB-BA1E87BB3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814" y="1638000"/>
            <a:ext cx="7962555" cy="457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1, Bullet 20 pt</a:t>
            </a:r>
          </a:p>
          <a:p>
            <a:pPr lvl="1"/>
            <a:r>
              <a:rPr lang="en-GB" noProof="0" dirty="0"/>
              <a:t>Level 2, Bullet 18 pt</a:t>
            </a:r>
          </a:p>
          <a:p>
            <a:pPr lvl="2"/>
            <a:r>
              <a:rPr lang="en-GB" dirty="0"/>
              <a:t>Third level, Body text 20 pt</a:t>
            </a:r>
          </a:p>
          <a:p>
            <a:pPr lvl="3"/>
            <a:r>
              <a:rPr lang="en-GB" dirty="0"/>
              <a:t>Fourth level, Body text 18 pt</a:t>
            </a:r>
          </a:p>
          <a:p>
            <a:pPr lvl="4"/>
            <a:r>
              <a:rPr lang="en-GB" dirty="0"/>
              <a:t>Fifth level, Body text 16 pt</a:t>
            </a:r>
          </a:p>
          <a:p>
            <a:pPr lvl="5"/>
            <a:r>
              <a:rPr lang="en-GB" dirty="0"/>
              <a:t>Sixth level, Heading 30 pt</a:t>
            </a:r>
          </a:p>
          <a:p>
            <a:pPr lvl="6"/>
            <a:r>
              <a:rPr lang="en-GB" dirty="0"/>
              <a:t>Seventh level, Heading 36 pt</a:t>
            </a:r>
          </a:p>
          <a:p>
            <a:pPr lvl="7"/>
            <a:r>
              <a:rPr lang="en-GB" dirty="0"/>
              <a:t>8th level, Heading 60 pt</a:t>
            </a:r>
          </a:p>
        </p:txBody>
      </p:sp>
      <p:sp>
        <p:nvSpPr>
          <p:cNvPr id="12" name="FLD_PresentationTitle">
            <a:extLst>
              <a:ext uri="{FF2B5EF4-FFF2-40B4-BE49-F238E27FC236}">
                <a16:creationId xmlns:a16="http://schemas.microsoft.com/office/drawing/2014/main" id="{9524A263-AC61-9842-A280-2BD5559C1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2800" y="6463114"/>
            <a:ext cx="3064821" cy="133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95FDD21-B2AA-F346-834D-9001B07E7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8815" y="6463114"/>
            <a:ext cx="938370" cy="13478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BE459162-0D30-784D-9ED6-FB04668B2BB3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Date_DateCustomB">
            <a:extLst>
              <a:ext uri="{FF2B5EF4-FFF2-40B4-BE49-F238E27FC236}">
                <a16:creationId xmlns:a16="http://schemas.microsoft.com/office/drawing/2014/main" id="{70EA6D98-137E-5547-B0F9-C8058E867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27600" y="6463114"/>
            <a:ext cx="1013894" cy="133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612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9" r:id="rId2"/>
    <p:sldLayoutId id="2147483997" r:id="rId3"/>
    <p:sldLayoutId id="2147483998" r:id="rId4"/>
    <p:sldLayoutId id="2147484001" r:id="rId5"/>
    <p:sldLayoutId id="2147484002" r:id="rId6"/>
    <p:sldLayoutId id="2147484003" r:id="rId7"/>
    <p:sldLayoutId id="2147484008" r:id="rId8"/>
    <p:sldLayoutId id="2147484005" r:id="rId9"/>
    <p:sldLayoutId id="2147484006" r:id="rId10"/>
    <p:sldLayoutId id="2147484007" r:id="rId11"/>
    <p:sldLayoutId id="2147483986" r:id="rId12"/>
    <p:sldLayoutId id="2147483987" r:id="rId13"/>
    <p:sldLayoutId id="2147483988" r:id="rId14"/>
    <p:sldLayoutId id="2147483989" r:id="rId15"/>
    <p:sldLayoutId id="2147483961" r:id="rId16"/>
    <p:sldLayoutId id="2147483947" r:id="rId17"/>
    <p:sldLayoutId id="2147484009" r:id="rId18"/>
    <p:sldLayoutId id="2147483839" r:id="rId19"/>
    <p:sldLayoutId id="2147483840" r:id="rId20"/>
    <p:sldLayoutId id="2147483841" r:id="rId21"/>
    <p:sldLayoutId id="2147484013" r:id="rId22"/>
    <p:sldLayoutId id="2147483930" r:id="rId23"/>
    <p:sldLayoutId id="2147483974" r:id="rId24"/>
    <p:sldLayoutId id="2147483925" r:id="rId25"/>
    <p:sldLayoutId id="2147483926" r:id="rId26"/>
    <p:sldLayoutId id="2147483969" r:id="rId27"/>
    <p:sldLayoutId id="2147483927" r:id="rId28"/>
    <p:sldLayoutId id="2147483928" r:id="rId29"/>
    <p:sldLayoutId id="2147484014" r:id="rId3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914400" rtl="0" eaLnBrk="1" fontAlgn="t" latinLnBrk="0" hangingPunct="1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Tx/>
        <a:buFont typeface="Arial" panose="020B0604020202020204" pitchFamily="34" charset="0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0000" marR="0" indent="-288000" algn="l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Tx/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300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82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​"/>
        <a:defRPr sz="6000" kern="1200">
          <a:solidFill>
            <a:schemeClr val="tx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82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sz="60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23" userDrawn="1">
          <p15:clr>
            <a:srgbClr val="F26B43"/>
          </p15:clr>
        </p15:guide>
        <p15:guide id="7" orient="horz" pos="230" userDrawn="1">
          <p15:clr>
            <a:srgbClr val="F26B43"/>
          </p15:clr>
        </p15:guide>
        <p15:guide id="8" pos="458" userDrawn="1">
          <p15:clr>
            <a:srgbClr val="F26B43"/>
          </p15:clr>
        </p15:guide>
        <p15:guide id="9" orient="horz" pos="1031" userDrawn="1">
          <p15:clr>
            <a:srgbClr val="A4A3A4"/>
          </p15:clr>
        </p15:guide>
        <p15:guide id="10" orient="horz" pos="3911" userDrawn="1">
          <p15:clr>
            <a:srgbClr val="F26B43"/>
          </p15:clr>
        </p15:guide>
        <p15:guide id="11" orient="horz" pos="88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 Admin 통합 테스트 2026-09-10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17 CASE 처리 내역과 수정 내역 · 접수부터 창고 연계까지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17 CASE 전부 접수부터 창고 판매주문 연계까지 끝냈다</a:t>
            </a:r>
          </a:p>
          <a:p>
            <a:pPr lvl="1"/>
            <a:r>
              <a:t>거래처 등록 → 자료 업로드 → 파일 검수 → 병원ㆍ처방 정보 → 주문 제품 → 위임동의 서명 → 주문 생성 및 연계</a:t>
            </a:r>
          </a:p>
          <a:p>
            <a:pPr lvl="1"/>
            <a:r>
              <a:t>처방전 RX-20260910-014 · RX-20260911-001 ~ 016 · 판매주문 S2609100009 · S2609110001 ~ 016</a:t>
            </a:r>
          </a:p>
          <a:p>
            <a:pPr lvl="1"/>
            <a:r>
              <a:t>모두 창고 상태 「등록」으로 저쪽 화면에 섰다</a:t>
            </a:r>
          </a:p>
          <a:p>
            <a:pPr/>
            <a:r>
              <a:t>어떻게 했나</a:t>
            </a:r>
          </a:p>
          <a:p>
            <a:pPr lvl="1"/>
            <a:r>
              <a:t>100% 브라우저로 수행 — ceadmin.co.kr 과 demoworks.co.kr 두 화면만 썼다</a:t>
            </a:r>
          </a:p>
          <a:p>
            <a:pPr lvl="1"/>
            <a:r>
              <a:t>DB 를 직접 건드리지 않았다. 값을 만들어 넣지 않고 화면에서 채웠다</a:t>
            </a:r>
          </a:p>
          <a:p>
            <a:pPr lvl="1"/>
            <a:r>
              <a:t>모든 화면의 입력 값을 빠짐없이 채웠다 — 비워 둔 칸이 없다</a:t>
            </a:r>
          </a:p>
          <a:p>
            <a:pPr lvl="1"/>
            <a:r>
              <a:t>문자ㆍ팩스는 「우리에게만」, 증빙 발행은 시뮬레이션으로 두고 돌렸다</a:t>
            </a:r>
          </a:p>
          <a:p>
            <a:pPr/>
            <a:r>
              <a:t>나온 것</a:t>
            </a:r>
          </a:p>
          <a:p>
            <a:pPr lvl="1"/>
            <a:r>
              <a:t>결함 하나를 찾아 고쳐 배포했다 — 받는 사람 이름의 (E)</a:t>
            </a:r>
          </a:p>
          <a:p>
            <a:pPr lvl="1"/>
            <a:r>
              <a:t>자격 세 가지(일반ㆍ기초ㆍ차상위경감)의 셈이 모두 제대로 갈렸다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밟은 걸음 — TC-001 ~ TC-010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TC-001 ~ TC-002 · 거래처 등록</a:t>
            </a:r>
          </a:p>
          <a:p>
            <a:pPr lvl="1"/>
            <a:r>
              <a:t>주민번호를 치는 동안 생년월일ㆍ성별이 저절로 서고, 미성년이면 보호자 칸이 열린다</a:t>
            </a:r>
          </a:p>
          <a:p>
            <a:pPr lvl="1"/>
            <a:r>
              <a:t>주민번호는 암호로 저장하고 목록에는 가린 것만 쓴다 · 건보위임 종료일은 ＋5년 −1일</a:t>
            </a:r>
          </a:p>
          <a:p>
            <a:pPr/>
            <a:r>
              <a:t>TC-003 ~ TC-005 · 자료 업로드와 파일 검수</a:t>
            </a:r>
          </a:p>
          <a:p>
            <a:pPr lvl="1"/>
            <a:r>
              <a:t>자료 3~22장을 유형별로 올리면 처방번호가 채번되고, 처방전 목록이 그 건만 보이게 좁혀져 열린다</a:t>
            </a:r>
          </a:p>
          <a:p>
            <a:pPr lvl="1"/>
            <a:r>
              <a:t>검수 창에 올린 자료가 모두 열린다 — 열리지 않는 장이 없었다</a:t>
            </a:r>
          </a:p>
          <a:p>
            <a:pPr/>
            <a:r>
              <a:t>TC-006 ~ TC-008 · 병원ㆍ처방 정보와 주문 제품</a:t>
            </a:r>
          </a:p>
          <a:p>
            <a:pPr lvl="1"/>
            <a:r>
              <a:t>가상 병원 17곳은 마스터에 없어 화면의 [새 병원 등록]으로 만들어 골랐다</a:t>
            </a:r>
          </a:p>
          <a:p>
            <a:pPr lvl="1"/>
            <a:r>
              <a:t>총계 540 = 하루 6개 × 90일 · 급여 종료일 2026-12-08 · 다음 재구매 2026-12-09</a:t>
            </a:r>
          </a:p>
          <a:p>
            <a:pPr lvl="1"/>
            <a:r>
              <a:t>저장하면 강조가 [저장] → [주문 생성 및 연계]로 넘어간다</a:t>
            </a:r>
          </a:p>
          <a:p>
            <a:pPr/>
            <a:r>
              <a:t>TC-009 ~ TC-010 · 위임동의 서명과 창고 연계</a:t>
            </a:r>
          </a:p>
          <a:p>
            <a:pPr lvl="1"/>
            <a:r>
              <a:t>저장과 함께 서명 SMS 가 한 번만 나간다 · 서명 화면의 이름에는 (E) 를 붙이지 않는다</a:t>
            </a:r>
          </a:p>
          <a:p>
            <a:pPr lvl="1"/>
            <a:r>
              <a:t>미성년 7건은 보호자 신분증을 올리고 보호자 서명판에 서명했다</a:t>
            </a:r>
          </a:p>
          <a:p>
            <a:pPr lvl="1"/>
            <a:r>
              <a:t>연계하면 판매주문이 채번되고, 본인부담이 있으면 결제 안내가 나간다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자격에 따라 셈이 갈린다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일반 — 공단 90 / 본인 10  (9건)</a:t>
            </a:r>
          </a:p>
          <a:p>
            <a:pPr lvl="1"/>
            <a:r>
              <a:t>810,000 = 공단 729,000 ＋ 본인 81,000 · 본인부담이 있어 결제 안내가 나간다</a:t>
            </a:r>
          </a:p>
          <a:p>
            <a:pPr lvl="1"/>
            <a:r>
              <a:t>강서연(링크페이) · 문지훈(가상계좌) · 박서율(링크페이) · 신유나(가상계좌) · 오채은(링크페이) · 임유진(가상계좌) · 정예린(링크페이) · 한민우(링크페이) · 황예진(가상계좌)</a:t>
            </a:r>
          </a:p>
          <a:p>
            <a:pPr/>
            <a:r>
              <a:t>기초 — 지자체 100 / 본인 0  (4건)</a:t>
            </a:r>
          </a:p>
          <a:p>
            <a:pPr lvl="1"/>
            <a:r>
              <a:t>810,000 = 지자체 810,000 ＋ 본인 0 · 청구처가 지자체로 서고 결제 안내가 나가지 않는다</a:t>
            </a:r>
          </a:p>
          <a:p>
            <a:pPr lvl="1"/>
            <a:r>
              <a:t>권태호 · 서건호 · 윤소현 · 조태윤</a:t>
            </a:r>
          </a:p>
          <a:p>
            <a:pPr/>
            <a:r>
              <a:t>차상위경감 — 공단 100 / 본인 0  (4건)</a:t>
            </a:r>
          </a:p>
          <a:p>
            <a:pPr lvl="1"/>
            <a:r>
              <a:t>810,000 = 공단 810,000 ＋ 본인 0 · 청구처는 공단이고 결제 안내가 나가지 않는다</a:t>
            </a:r>
          </a:p>
          <a:p>
            <a:pPr lvl="1"/>
            <a:r>
              <a:t>김하진 · 송민재 · 이주원 · 최도훈</a:t>
            </a:r>
          </a:p>
          <a:p>
            <a:pPr/>
            <a:r>
              <a:t>미성년 — 보호자 위임  (7건)</a:t>
            </a:r>
          </a:p>
          <a:p>
            <a:pPr lvl="1"/>
            <a:r>
              <a:t>강서연 · 권태호 · 문지훈 · 송민재 · 신유나 · 오채은 · 황예진</a:t>
            </a:r>
          </a:p>
          <a:p>
            <a:pPr lvl="1"/>
            <a:r>
              <a:t>보호자 칸이 열리고, 서명도 보호자 서명판으로 받는다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처리 결과 — CASE-01 ~ CASE-09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CASE-01  강서연 — 일반 · 미성년</a:t>
            </a:r>
          </a:p>
          <a:p>
            <a:pPr lvl="1"/>
            <a:r>
              <a:t>RX-20260910-014 · 자료 8장 · 공단 729,000 / 본인 81,000 · 판매 S2609100009</a:t>
            </a:r>
          </a:p>
          <a:p>
            <a:pPr/>
            <a:r>
              <a:t>CASE-02  권태호 — 기초 · 미성년</a:t>
            </a:r>
          </a:p>
          <a:p>
            <a:pPr lvl="1"/>
            <a:r>
              <a:t>RX-20260911-001 · 자료 15장 · 지자체 810,000 / 본인 0 · 판매 S2609110001</a:t>
            </a:r>
          </a:p>
          <a:p>
            <a:pPr/>
            <a:r>
              <a:t>CASE-03  김하진 — 차상위경감</a:t>
            </a:r>
          </a:p>
          <a:p>
            <a:pPr lvl="1"/>
            <a:r>
              <a:t>RX-20260911-002 · 자료 7장 · 공단 810,000 / 본인 0 · 판매 S2609110002</a:t>
            </a:r>
          </a:p>
          <a:p>
            <a:pPr/>
            <a:r>
              <a:t>CASE-04  문지훈 — 일반 · 미성년</a:t>
            </a:r>
          </a:p>
          <a:p>
            <a:pPr lvl="1"/>
            <a:r>
              <a:t>RX-20260911-003 · 자료 9장 · 공단 729,000 / 본인 81,000 · 판매 S2609110003</a:t>
            </a:r>
          </a:p>
          <a:p>
            <a:pPr/>
            <a:r>
              <a:t>CASE-05  박서율 — 일반</a:t>
            </a:r>
          </a:p>
          <a:p>
            <a:pPr lvl="1"/>
            <a:r>
              <a:t>RX-20260911-004 · 자료 6장 · 공단 729,000 / 본인 81,000 · 판매 S2609110004</a:t>
            </a:r>
          </a:p>
          <a:p>
            <a:pPr/>
            <a:r>
              <a:t>CASE-06  서건호 — 기초</a:t>
            </a:r>
          </a:p>
          <a:p>
            <a:pPr lvl="1"/>
            <a:r>
              <a:t>RX-20260911-005 · 자료 6장 · 지자체 810,000 / 본인 0 · 판매 S2609110005</a:t>
            </a:r>
          </a:p>
          <a:p>
            <a:pPr/>
            <a:r>
              <a:t>CASE-07  송민재 — 차상위경감 · 미성년</a:t>
            </a:r>
          </a:p>
          <a:p>
            <a:pPr lvl="1"/>
            <a:r>
              <a:t>RX-20260911-006 · 자료 16장 · 공단 810,000 / 본인 0 · 판매 S2609110006</a:t>
            </a:r>
          </a:p>
          <a:p>
            <a:pPr/>
            <a:r>
              <a:t>CASE-08  신유나 — 일반 · 미성년</a:t>
            </a:r>
          </a:p>
          <a:p>
            <a:pPr lvl="1"/>
            <a:r>
              <a:t>RX-20260911-007 · 자료 21장 · 공단 729,000 / 본인 81,000 · 판매 S2609110007</a:t>
            </a:r>
          </a:p>
          <a:p>
            <a:pPr/>
            <a:r>
              <a:t>CASE-09  오채은 — 일반 · 미성년</a:t>
            </a:r>
          </a:p>
          <a:p>
            <a:pPr lvl="1"/>
            <a:r>
              <a:t>RX-20260911-008 · 자료 9장 · 공단 729,000 / 본인 81,000 · 판매 S2609110008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처리 결과 — CASE-10 ~ CASE-17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CASE-10  윤소현 — 기초</a:t>
            </a:r>
          </a:p>
          <a:p>
            <a:pPr lvl="1"/>
            <a:r>
              <a:t>RX-20260911-009 · 자료 22장 · 지자체 810,000 / 본인 0 · 판매 S2609110009</a:t>
            </a:r>
          </a:p>
          <a:p>
            <a:pPr/>
            <a:r>
              <a:t>CASE-11  이주원 — 차상위경감</a:t>
            </a:r>
          </a:p>
          <a:p>
            <a:pPr lvl="1"/>
            <a:r>
              <a:t>RX-20260911-010 · 자료 12장 · 공단 810,000 / 본인 0 · 판매 S2609110010</a:t>
            </a:r>
          </a:p>
          <a:p>
            <a:pPr/>
            <a:r>
              <a:t>CASE-12  임유진 — 일반</a:t>
            </a:r>
          </a:p>
          <a:p>
            <a:pPr lvl="1"/>
            <a:r>
              <a:t>RX-20260911-011 · 자료 4장 · 공단 729,000 / 본인 81,000 · 판매 S2609110011</a:t>
            </a:r>
          </a:p>
          <a:p>
            <a:pPr/>
            <a:r>
              <a:t>CASE-13  정예린 — 일반</a:t>
            </a:r>
          </a:p>
          <a:p>
            <a:pPr lvl="1"/>
            <a:r>
              <a:t>RX-20260911-012 · 자료 15장 · 공단 729,000 / 본인 81,000 · 판매 S2609110012</a:t>
            </a:r>
          </a:p>
          <a:p>
            <a:pPr/>
            <a:r>
              <a:t>CASE-14  조태윤 — 기초</a:t>
            </a:r>
          </a:p>
          <a:p>
            <a:pPr lvl="1"/>
            <a:r>
              <a:t>RX-20260911-013 · 자료 12장 · 지자체 810,000 / 본인 0 · 판매 S2609110013</a:t>
            </a:r>
          </a:p>
          <a:p>
            <a:pPr/>
            <a:r>
              <a:t>CASE-15  최도훈 — 차상위경감</a:t>
            </a:r>
          </a:p>
          <a:p>
            <a:pPr lvl="1"/>
            <a:r>
              <a:t>RX-20260911-014 · 자료 9장 · 공단 810,000 / 본인 0 · 판매 S2609110014</a:t>
            </a:r>
          </a:p>
          <a:p>
            <a:pPr/>
            <a:r>
              <a:t>CASE-16  한민우 — 일반</a:t>
            </a:r>
          </a:p>
          <a:p>
            <a:pPr lvl="1"/>
            <a:r>
              <a:t>RX-20260911-015 · 자료 15장 · 공단 729,000 / 본인 81,000 · 판매 S2609110015</a:t>
            </a:r>
          </a:p>
          <a:p>
            <a:pPr/>
            <a:r>
              <a:t>CASE-17  황예진 — 일반 · 미성년</a:t>
            </a:r>
          </a:p>
          <a:p>
            <a:pPr lvl="1"/>
            <a:r>
              <a:t>RX-20260911-016 · 자료 20장 · 공단 729,000 / 본인 81,000 · 판매 S2609110016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수정 내역 — 이번 테스트에서 고쳐 배포한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받는 사람 이름에서 (E) 를 뗀다  ·  b11ed9d</a:t>
            </a:r>
          </a:p>
          <a:p>
            <a:pPr lvl="1"/>
            <a:r>
              <a:t>창고와 택배로 나가는 이름이라 사업부 접두 (E) 가 붙으면 안 된다</a:t>
            </a:r>
          </a:p>
          <a:p>
            <a:pPr lvl="1"/>
            <a:r>
              <a:t>저장할 때(OrderController)와 화면에 처음 채울 때(주문 등록) 모두 뗀다</a:t>
            </a:r>
          </a:p>
          <a:p>
            <a:pPr lvl="1"/>
            <a:r>
              <a:t>CASE-09 오채은부터 깨끗하게 나갔다 — 앞의 여덟 건은 배포 전에 저장된 값이라 그대로 남아 있다</a:t>
            </a:r>
          </a:p>
          <a:p>
            <a:pPr/>
            <a:r>
              <a:t>테스트를 밟기 전에 이미 고쳐 배포한 것</a:t>
            </a:r>
          </a:p>
          <a:p>
            <a:pPr lvl="1"/>
            <a:r>
              <a:t>8888c59 — 위임장 서명 링크ㆍ문자ㆍ현금영수증ㆍ공단 도우미의 이름에서 (E) 를 뗀다</a:t>
            </a:r>
          </a:p>
          <a:p>
            <a:pPr lvl="1"/>
            <a:r>
              <a:t>d2e88ba — 결제 안내 문자의 이름에서도 (E) 를 뗀다</a:t>
            </a:r>
          </a:p>
          <a:p>
            <a:pPr lvl="1"/>
            <a:r>
              <a:t>5f22a53 — 목록의 「총 금액」을 「받을 금액」으로 고친다 (본인부담금을 가리키는 칸이다)</a:t>
            </a:r>
          </a:p>
          <a:p>
            <a:pPr lvl="1"/>
            <a:r>
              <a:t>2abe32d — 청구 한도 확인이 저장을 가로막던 것을 풀고, 창고로 보낼 때만 막는다</a:t>
            </a:r>
          </a:p>
          <a:p>
            <a:pPr/>
            <a:r>
              <a:t>고칠지 여쭐 것</a:t>
            </a:r>
          </a:p>
          <a:p>
            <a:pPr lvl="1"/>
            <a:r>
              <a:t>팩스 번호 0504-134-1393 을 저장하면 050-4134-1393 으로 끊어 적힌다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겪은 것 · 남은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t>결함이 아니었던 것</a:t>
            </a:r>
          </a:p>
          <a:p>
            <a:pPr lvl="1"/>
            <a:r>
              <a:t>전화번호 겹침 알림 — 시험용 번호 하나를 17명이 함께 써서 뜬 것. 설계대로 동작한다</a:t>
            </a:r>
          </a:p>
          <a:p>
            <a:pPr lvl="1"/>
            <a:r>
              <a:t>가상 병원 17곳이 마스터에 없는 것 — 화면의 [새 병원 등록]으로 넘어간다</a:t>
            </a:r>
          </a:p>
          <a:p>
            <a:pPr lvl="1"/>
            <a:r>
              <a:t>주민번호가 목록에서 가려 보이는 것 — 암호로 저장하고 가린 값만 보여 주는 것이 맞다</a:t>
            </a:r>
          </a:p>
          <a:p>
            <a:pPr/>
            <a:r>
              <a:t>남긴 것</a:t>
            </a:r>
          </a:p>
          <a:p>
            <a:pPr lvl="1"/>
            <a:r>
              <a:t>폴더마다 기록.md — 밟은 걸음과 값, 겪은 것</a:t>
            </a:r>
          </a:p>
          <a:p>
            <a:pPr lvl="1"/>
            <a:r>
              <a:t>폴더마다 테스트시나리오_이름.xlsx — 표지ㆍ환경설정ㆍ테스트시나리오ㆍ결함관리ㆍ캡처목록</a:t>
            </a:r>
          </a:p>
          <a:p>
            <a:pPr lvl="1"/>
            <a:r>
              <a:t>폴더마다 화면/ — 걸음마다 찍은 12장 (CASE-01 은 16장)</a:t>
            </a:r>
          </a:p>
          <a:p>
            <a:pPr/>
            <a:r>
              <a:t>다음에 이어서 볼 것</a:t>
            </a:r>
          </a:p>
          <a:p>
            <a:pPr lvl="1"/>
            <a:r>
              <a:t>검수 요청ㆍ입금 확인ㆍ세금계산서ㆍ현금영수증ㆍ공단 청구 서류 발송은 이번 회차에 넣지 않았다</a:t>
            </a:r>
          </a:p>
          <a:p>
            <a:pPr lvl="1"/>
            <a:r>
              <a:t>창고에서 출고가 잡히면 배송 안내와 정산까지 한 바퀴 더 돌 수 있다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" val="&lt;smart xmlns:xsd=&quot;http://www.w3.org/2001/XMLSchema&quot; xmlns:xsi=&quot;http://www.w3.org/2001/XMLSchema-instance&quot;&gt;&lt;presentationSettings&gt;&lt;agenda createSections=&quot;false&quot; enableNavigation=&quot;false&quot; hideNavigationUnderline=&quot;false&quot; id=&quot;2058f011-d94d-415d-b816-70afbf72d4fb&quot; isTouched=&quot;false&quot; mode=&quot;Agenda&quot; showDuration=&quot;false&quot; showHeaders=&quot;false&quot; showOnlyStartTime=&quot;false&quot; showPageNumber=&quot;false&quot; showResponsible=&quot;false&quot; showSubTopics=&quot;false&quot; showTimeSlot=&quot;false&quot; showTopicNumber=&quot;false&quot; slidesForSubTopics=&quot;false&quot; timeFormat=&quot;00000000-0000-0000-0000-000000000000&quot; title=&quot;Agenda&quot;&gt;&lt;columns&gt;&lt;column displayIndex=&quot;0&quot; header=&quot;#&quot; id=&quot;8fc7e105-5a32-4a72-bc85-7d3ff1e7b9d7&quot; visible=&quot;true&quot; width=&quot;170&quot; /&gt;&lt;column displayIndex=&quot;1&quot; header=&quot;Topic&quot; id=&quot;8f81a0ad-7497-4bbb-a001-838bad8c0faa&quot; visible=&quot;true&quot; width=&quot;160&quot; /&gt;&lt;column displayIndex=&quot;2&quot; header=&quot;Responsible&quot; id=&quot;2f9b06db-11e3-45bc-aecb-cf6141b9856b&quot; visible=&quot;true&quot; width=&quot;165&quot; /&gt;&lt;column displayIndex=&quot;3&quot; header=&quot;Duration&quot; id=&quot;99d05e97-02f5-4087-be8e-b10736e0c9ca&quot; visible=&quot;true&quot; width=&quot;150&quot; /&gt;&lt;column displayIndex=&quot;4&quot; header=&quot;Time&quot; id=&quot;fd356bfd-687f-40e8-b861-574837edbc46&quot; visible=&quot;true&quot; width=&quot;180&quot; /&gt;&lt;column displayIndex=&quot;5&quot; header=&quot;Page&quot; id=&quot;db91063f-fada-4f32-86c9-9368cd93fa26&quot; visible=&quot;true&quot; width=&quot;170&quot; /&gt;&lt;/columns&gt;&lt;layout /&gt;&lt;rows /&gt;&lt;/agenda&gt;&lt;template id=&quot;https://coloplastmigration.sharepoint.com/sites/Ampler.site/Ampler Library/PowerPoint/Templates/Coloplast Group/1. Primary brand templates/Coloplast PPT template 2026.169.potx&quot; lastModified=&quot;2026-07-08T23:22:22+09:00&quot; name=&quot;Coloplast PPT template 2026.169.potx&quot; slideMasterName=&quot;Coloplast PowerPoint Template&quot;&gt;&lt;LayoutNames&gt;&lt;Name&gt;Title slide A&lt;/Name&gt;&lt;Name&gt;Title slide B&lt;/Name&gt;&lt;Name&gt;Title slide C&lt;/Name&gt;&lt;Name&gt;Title slide D&lt;/Name&gt;&lt;Name&gt;Short agenda&lt;/Name&gt;&lt;Name&gt;Long agenda&lt;/Name&gt;&lt;Name&gt;Breaker A&lt;/Name&gt;&lt;Name&gt;Breaker B&lt;/Name&gt;&lt;Name&gt;Breaker C&lt;/Name&gt;&lt;Name&gt;Background image (white logo)&lt;/Name&gt;&lt;Name&gt;Background image (dark logo)&lt;/Name&gt;&lt;Name&gt;내용&lt;/Name&gt;&lt;Name&gt;Content 2x&lt;/Name&gt;&lt;Name&gt;Content 3x&lt;/Name&gt;&lt;Name&gt;Content 4x&lt;/Name&gt;&lt;Name&gt;Content 1x&lt;/Name&gt;&lt;Name&gt;One column with content &lt;/Name&gt;&lt;Name&gt;Only title&lt;/Name&gt;&lt;Name&gt;Divider A&lt;/Name&gt;&lt;Name&gt;Divider B&lt;/Name&gt;&lt;Name&gt;Divider C&lt;/Name&gt;&lt;Name&gt;Divider D&lt;/Name&gt;&lt;Name&gt;Turquoise quote slide &lt;/Name&gt;&lt;Name&gt;Dark quote slide &lt;/Name&gt;&lt;Name&gt;Closing: Thank You&lt;/Name&gt;&lt;Name&gt;Closing: Making life easier&lt;/Name&gt;&lt;Name&gt;Mission, Vision, and Values &lt;/Name&gt;&lt;Name&gt;Turquoise Logo &lt;/Name&gt;&lt;Name&gt;Dark Logo &lt;/Name&gt;&lt;Name&gt;2_User guide&lt;/Name&gt;&lt;/LayoutNames&gt;&lt;/template&gt;&lt;/presentationSettings&gt;&lt;/smart&gt;"/>
</p:tagLst>
</file>

<file path=ppt/theme/theme1.xml><?xml version="1.0" encoding="utf-8"?>
<a:theme xmlns:a="http://schemas.openxmlformats.org/drawingml/2006/main" name="Coloplast PowerPoint Template">
  <a:themeElements>
    <a:clrScheme name="Coloplast">
      <a:dk1>
        <a:srgbClr val="213D46"/>
      </a:dk1>
      <a:lt1>
        <a:srgbClr val="FFFFFF"/>
      </a:lt1>
      <a:dk2>
        <a:srgbClr val="47575E"/>
      </a:dk2>
      <a:lt2>
        <a:srgbClr val="F3F5F5"/>
      </a:lt2>
      <a:accent1>
        <a:srgbClr val="00A2BA"/>
      </a:accent1>
      <a:accent2>
        <a:srgbClr val="006170"/>
      </a:accent2>
      <a:accent3>
        <a:srgbClr val="038296"/>
      </a:accent3>
      <a:accent4>
        <a:srgbClr val="B2E3EA"/>
      </a:accent4>
      <a:accent5>
        <a:srgbClr val="E0F5F9"/>
      </a:accent5>
      <a:accent6>
        <a:srgbClr val="DCE0E1"/>
      </a:accent6>
      <a:hlink>
        <a:srgbClr val="00A2BA"/>
      </a:hlink>
      <a:folHlink>
        <a:srgbClr val="00A2BA"/>
      </a:folHlink>
    </a:clrScheme>
    <a:fontScheme name="Coloplast">
      <a:majorFont>
        <a:latin typeface="Coloplast Medium"/>
        <a:ea typeface=""/>
        <a:cs typeface=""/>
      </a:majorFont>
      <a:minorFont>
        <a:latin typeface="Colopla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accent1"/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custClrLst>
    <a:custClr name="Turquoise 50">
      <a:srgbClr val="E0F5F9"/>
    </a:custClr>
    <a:custClr name="Turquoise 100">
      <a:srgbClr val="CCECF3"/>
    </a:custClr>
    <a:custClr name="Turquoise 200">
      <a:srgbClr val="B3E3ED"/>
    </a:custClr>
    <a:custClr name="Turquoise 300">
      <a:srgbClr val="80D0DE"/>
    </a:custClr>
    <a:custClr name="Turquoise 400">
      <a:srgbClr val="4CBECF"/>
    </a:custClr>
    <a:custClr name="Turquoise 500">
      <a:srgbClr val="00A2BA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y 50">
      <a:srgbClr val="F4F5F5"/>
    </a:custClr>
    <a:custClr name="Grey 100">
      <a:srgbClr val="EBEEEF"/>
    </a:custClr>
    <a:custClr name="Grey 200">
      <a:srgbClr val="DDE2E4"/>
    </a:custClr>
    <a:custClr name="Grey 300">
      <a:srgbClr val="CAD0D3"/>
    </a:custClr>
    <a:custClr name="Grey 400">
      <a:srgbClr val="B4BDC0"/>
    </a:custClr>
    <a:custClr name="Grey 500">
      <a:srgbClr val="7A8B9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and 50">
      <a:srgbClr val="FCFCFB"/>
    </a:custClr>
    <a:custClr name="Sand 100">
      <a:srgbClr val="F6F6F3"/>
    </a:custClr>
    <a:custClr name="Sand 200">
      <a:srgbClr val="F1F0EC"/>
    </a:custClr>
    <a:custClr name="Sand 300">
      <a:srgbClr val="E5E4E0"/>
    </a:custClr>
    <a:custClr name="Sand 400">
      <a:srgbClr val="DCDAD5"/>
    </a:custClr>
    <a:custClr name="Sand 500">
      <a:srgbClr val="D5D2C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en">
      <a:srgbClr val="88BE75"/>
    </a:custClr>
    <a:custClr name="Orange">
      <a:srgbClr val="FBAB61"/>
    </a:custClr>
    <a:custClr name="Teal">
      <a:srgbClr val="378C87"/>
    </a:custClr>
    <a:custClr name="Coral">
      <a:srgbClr val="F17E64"/>
    </a:custClr>
  </a:custClrLst>
  <a:extLst>
    <a:ext uri="{05A4C25C-085E-4340-85A3-A5531E510DB2}">
      <thm15:themeFamily xmlns:thm15="http://schemas.microsoft.com/office/thememl/2012/main" name="Presentation1" id="{13ABCE71-A6F2-A549-BE8A-593E63F516EC}" vid="{F6A6DFE9-53CF-A944-A7CC-A4A29EE80ABA}"/>
    </a:ext>
  </a:extLst>
</a:theme>
</file>

<file path=ppt/theme/theme2.xml><?xml version="1.0" encoding="utf-8"?>
<a:theme xmlns:a="http://schemas.openxmlformats.org/drawingml/2006/main" name="Office Theme">
  <a:themeElements>
    <a:clrScheme name="Coloplast 2016">
      <a:dk1>
        <a:srgbClr val="000000"/>
      </a:dk1>
      <a:lt1>
        <a:srgbClr val="FFFFFF"/>
      </a:lt1>
      <a:dk2>
        <a:srgbClr val="00B0CA"/>
      </a:dk2>
      <a:lt2>
        <a:srgbClr val="6F6F6F"/>
      </a:lt2>
      <a:accent1>
        <a:srgbClr val="00B0CA"/>
      </a:accent1>
      <a:accent2>
        <a:srgbClr val="6F6F6F"/>
      </a:accent2>
      <a:accent3>
        <a:srgbClr val="FF6900"/>
      </a:accent3>
      <a:accent4>
        <a:srgbClr val="78BE20"/>
      </a:accent4>
      <a:accent5>
        <a:srgbClr val="7474C1"/>
      </a:accent5>
      <a:accent6>
        <a:srgbClr val="FFB500"/>
      </a:accent6>
      <a:hlink>
        <a:srgbClr val="00B0CA"/>
      </a:hlink>
      <a:folHlink>
        <a:srgbClr val="00B0CA"/>
      </a:folHlink>
    </a:clrScheme>
    <a:fontScheme name="Coloplast">
      <a:majorFont>
        <a:latin typeface="Coloplast"/>
        <a:ea typeface=""/>
        <a:cs typeface=""/>
      </a:majorFont>
      <a:minorFont>
        <a:latin typeface="Colopla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urquoise 50">
      <a:srgbClr val="E0F5F9"/>
    </a:custClr>
    <a:custClr name="Turquoise 100">
      <a:srgbClr val="CCECF3"/>
    </a:custClr>
    <a:custClr name="Turquoise 200">
      <a:srgbClr val="B3E3ED"/>
    </a:custClr>
    <a:custClr name="Turquoise 300">
      <a:srgbClr val="80D0DE"/>
    </a:custClr>
    <a:custClr name="Turquoise 400">
      <a:srgbClr val="4CBECF"/>
    </a:custClr>
    <a:custClr name="Turquoise 500">
      <a:srgbClr val="00A2BA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y 50">
      <a:srgbClr val="F4F5F5"/>
    </a:custClr>
    <a:custClr name="Grey 100">
      <a:srgbClr val="EBEEEF"/>
    </a:custClr>
    <a:custClr name="Grey 200">
      <a:srgbClr val="DDE2E4"/>
    </a:custClr>
    <a:custClr name="Grey 300">
      <a:srgbClr val="CAD0D3"/>
    </a:custClr>
    <a:custClr name="Grey 400">
      <a:srgbClr val="B4BDC0"/>
    </a:custClr>
    <a:custClr name="Grey 500">
      <a:srgbClr val="7A8B9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and 50">
      <a:srgbClr val="FCFCFB"/>
    </a:custClr>
    <a:custClr name="Sand 100">
      <a:srgbClr val="F6F6F3"/>
    </a:custClr>
    <a:custClr name="Sand 200">
      <a:srgbClr val="F1F0EC"/>
    </a:custClr>
    <a:custClr name="Sand 300">
      <a:srgbClr val="E5E4E0"/>
    </a:custClr>
    <a:custClr name="Sand 400">
      <a:srgbClr val="DCDAD5"/>
    </a:custClr>
    <a:custClr name="Sand 500">
      <a:srgbClr val="D5D2C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en">
      <a:srgbClr val="88BE75"/>
    </a:custClr>
    <a:custClr name="Orange">
      <a:srgbClr val="FBAB61"/>
    </a:custClr>
    <a:custClr name="Teal">
      <a:srgbClr val="378C87"/>
    </a:custClr>
    <a:custClr name="Coral">
      <a:srgbClr val="F17E64"/>
    </a:custClr>
  </a:custClrLst>
</a:theme>
</file>

<file path=ppt/theme/theme3.xml><?xml version="1.0" encoding="utf-8"?>
<a:theme xmlns:a="http://schemas.openxmlformats.org/drawingml/2006/main" name="Office Theme">
  <a:themeElements>
    <a:clrScheme name="Coloplast 2016">
      <a:dk1>
        <a:srgbClr val="000000"/>
      </a:dk1>
      <a:lt1>
        <a:srgbClr val="FFFFFF"/>
      </a:lt1>
      <a:dk2>
        <a:srgbClr val="00B0CA"/>
      </a:dk2>
      <a:lt2>
        <a:srgbClr val="6F6F6F"/>
      </a:lt2>
      <a:accent1>
        <a:srgbClr val="00B0CA"/>
      </a:accent1>
      <a:accent2>
        <a:srgbClr val="6F6F6F"/>
      </a:accent2>
      <a:accent3>
        <a:srgbClr val="FF6900"/>
      </a:accent3>
      <a:accent4>
        <a:srgbClr val="78BE20"/>
      </a:accent4>
      <a:accent5>
        <a:srgbClr val="7474C1"/>
      </a:accent5>
      <a:accent6>
        <a:srgbClr val="FFB500"/>
      </a:accent6>
      <a:hlink>
        <a:srgbClr val="00B0CA"/>
      </a:hlink>
      <a:folHlink>
        <a:srgbClr val="00B0CA"/>
      </a:folHlink>
    </a:clrScheme>
    <a:fontScheme name="Coloplast">
      <a:majorFont>
        <a:latin typeface="Coloplast"/>
        <a:ea typeface=""/>
        <a:cs typeface=""/>
      </a:majorFont>
      <a:minorFont>
        <a:latin typeface="Colopla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Turquoise 50">
      <a:srgbClr val="E0F5F9"/>
    </a:custClr>
    <a:custClr name="Turquoise 100">
      <a:srgbClr val="CCECF3"/>
    </a:custClr>
    <a:custClr name="Turquoise 200">
      <a:srgbClr val="B3E3ED"/>
    </a:custClr>
    <a:custClr name="Turquoise 300">
      <a:srgbClr val="80D0DE"/>
    </a:custClr>
    <a:custClr name="Turquoise 400">
      <a:srgbClr val="4CBECF"/>
    </a:custClr>
    <a:custClr name="Turquoise 500">
      <a:srgbClr val="00A2BA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y 50">
      <a:srgbClr val="F4F5F5"/>
    </a:custClr>
    <a:custClr name="Grey 100">
      <a:srgbClr val="EBEEEF"/>
    </a:custClr>
    <a:custClr name="Grey 200">
      <a:srgbClr val="DDE2E4"/>
    </a:custClr>
    <a:custClr name="Grey 300">
      <a:srgbClr val="CAD0D3"/>
    </a:custClr>
    <a:custClr name="Grey 400">
      <a:srgbClr val="B4BDC0"/>
    </a:custClr>
    <a:custClr name="Grey 500">
      <a:srgbClr val="7A8B9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and 50">
      <a:srgbClr val="FCFCFB"/>
    </a:custClr>
    <a:custClr name="Sand 100">
      <a:srgbClr val="F6F6F3"/>
    </a:custClr>
    <a:custClr name="Sand 200">
      <a:srgbClr val="F1F0EC"/>
    </a:custClr>
    <a:custClr name="Sand 300">
      <a:srgbClr val="E5E4E0"/>
    </a:custClr>
    <a:custClr name="Sand 400">
      <a:srgbClr val="DCDAD5"/>
    </a:custClr>
    <a:custClr name="Sand 500">
      <a:srgbClr val="D5D2C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Green">
      <a:srgbClr val="88BE75"/>
    </a:custClr>
    <a:custClr name="Orange">
      <a:srgbClr val="FBAB61"/>
    </a:custClr>
    <a:custClr name="Teal">
      <a:srgbClr val="378C87"/>
    </a:custClr>
    <a:custClr name="Coral">
      <a:srgbClr val="F17E64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9B856BF-FE6A-4846-B30F-CCE9E0E32FD0}">
  <we:reference id="f1abd87f-a3ba-42fb-91d5-100000000000" version="1.0.0.6" store="EXCatalog" storeType="EXCatalog"/>
  <we:alternateReferences>
    <we:reference id="WA104380278" version="1.0.0.6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46BB044-285A-2948-B0D6-4D237BA05B18}">
  <we:reference id="32b33c0a-d65e-4be7-b059-bd9554a6f8e7" version="25.1.98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53091C87DADE45BE080BB2D04E807B" ma:contentTypeVersion="16" ma:contentTypeDescription="Create a new document." ma:contentTypeScope="" ma:versionID="b0a3cee2f1f3721a3eeee850ff6b6c1e">
  <xsd:schema xmlns:xsd="http://www.w3.org/2001/XMLSchema" xmlns:xs="http://www.w3.org/2001/XMLSchema" xmlns:p="http://schemas.microsoft.com/office/2006/metadata/properties" xmlns:ns2="16445824-18ae-415d-9878-37783bacc19f" xmlns:ns3="cbc13a69-0ef3-4dd2-8c85-b43bf311d6ea" targetNamespace="http://schemas.microsoft.com/office/2006/metadata/properties" ma:root="true" ma:fieldsID="44d27506c9992844839e5e6b614acbe5" ns2:_="" ns3:_="">
    <xsd:import namespace="16445824-18ae-415d-9878-37783bacc19f"/>
    <xsd:import namespace="cbc13a69-0ef3-4dd2-8c85-b43bf311d6e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KeywordTaxHTField" minOccurs="0"/>
                <xsd:element ref="ns2:MediaLengthInSeconds" minOccurs="0"/>
                <xsd:element ref="ns2:MediaServiceBillingMetadata" minOccurs="0"/>
                <xsd:element ref="ns2:OrderonAmpl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445824-18ae-415d-9878-37783bacc19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816f909-a1e7-409b-9343-6c69df0b8a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OrderonAmpler" ma:index="23" nillable="true" ma:displayName="Order on Ampler" ma:format="Dropdown" ma:internalName="OrderonAmpler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c13a69-0ef3-4dd2-8c85-b43bf311d6e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64dcf00-fda4-48f5-a599-8d36e747debb}" ma:internalName="TaxCatchAll" ma:showField="CatchAllData" ma:web="cbc13a69-0ef3-4dd2-8c85-b43bf311d6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20" nillable="true" ma:taxonomy="true" ma:internalName="TaxKeywordTaxHTField" ma:taxonomyFieldName="TaxKeyword" ma:displayName="Enterprise Keywords" ma:fieldId="{23f27201-bee3-471e-b2e7-b64fd8b7ca38}" ma:taxonomyMulti="true" ma:sspId="d816f909-a1e7-409b-9343-6c69df0b8a4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6445824-18ae-415d-9878-37783bacc19f">
      <Terms xmlns="http://schemas.microsoft.com/office/infopath/2007/PartnerControls"/>
    </lcf76f155ced4ddcb4097134ff3c332f>
    <TaxCatchAll xmlns="cbc13a69-0ef3-4dd2-8c85-b43bf311d6ea" xsi:nil="true"/>
    <TaxKeywordTaxHTField xmlns="cbc13a69-0ef3-4dd2-8c85-b43bf311d6ea">
      <Terms xmlns="http://schemas.microsoft.com/office/infopath/2007/PartnerControls"/>
    </TaxKeywordTaxHTField>
    <OrderonAmpler xmlns="16445824-18ae-415d-9878-37783bacc19f" xsi:nil="true"/>
  </documentManagement>
</p:properties>
</file>

<file path=customXml/itemProps1.xml><?xml version="1.0" encoding="utf-8"?>
<ds:datastoreItem xmlns:ds="http://schemas.openxmlformats.org/officeDocument/2006/customXml" ds:itemID="{C240B269-6A76-4322-85BE-6377DAA51B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445824-18ae-415d-9878-37783bacc19f"/>
    <ds:schemaRef ds:uri="cbc13a69-0ef3-4dd2-8c85-b43bf311d6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2D0C32-8179-4C94-9095-25155C3974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B1559C-CC44-4D53-837A-B5E36FDCB8F9}">
  <ds:schemaRefs>
    <ds:schemaRef ds:uri="http://purl.org/dc/elements/1.1/"/>
    <ds:schemaRef ds:uri="http://schemas.microsoft.com/office/2006/documentManagement/types"/>
    <ds:schemaRef ds:uri="cbc13a69-0ef3-4dd2-8c85-b43bf311d6ea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16445824-18ae-415d-9878-37783bacc19f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426</TotalTime>
  <Words>1453</Words>
  <Application>Microsoft Office PowerPoint</Application>
  <PresentationFormat>와이드스크린</PresentationFormat>
  <Paragraphs>207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Arial</vt:lpstr>
      <vt:lpstr>Pretendard Variable</vt:lpstr>
      <vt:lpstr>Coloplast Medium</vt:lpstr>
      <vt:lpstr>Symbol</vt:lpstr>
      <vt:lpstr>Coloplast</vt:lpstr>
      <vt:lpstr>Coloplast PowerPoint Template</vt:lpstr>
      <vt:lpstr>확인요청 </vt:lpstr>
      <vt:lpstr>확인요청 </vt:lpstr>
      <vt:lpstr>확인 요청 </vt:lpstr>
      <vt:lpstr>확인요청 </vt:lpstr>
      <vt:lpstr>확인요청 </vt:lpstr>
      <vt:lpstr>확인요청 </vt:lpstr>
      <vt:lpstr>확인요청 </vt:lpstr>
      <vt:lpstr>확인요청</vt:lpstr>
      <vt:lpstr>확인 요청 </vt:lpstr>
      <vt:lpstr>확인요청 </vt:lpstr>
      <vt:lpstr>확인 요청 </vt:lpstr>
      <vt:lpstr>확인요청 </vt:lpstr>
      <vt:lpstr>확인요청 </vt:lpstr>
      <vt:lpstr>확인요청 처리 결과 ①-1</vt:lpstr>
      <vt:lpstr>확인요청 처리 결과 ①-2</vt:lpstr>
      <vt:lpstr>확인요청 처리 결과 ①-3</vt:lpstr>
      <vt:lpstr>확인요청 처리 결과 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확인요청 </dc:title>
  <dc:creator>Stella Kim</dc:creator>
  <cp:lastModifiedBy>Won Jack</cp:lastModifiedBy>
  <cp:revision>8</cp:revision>
  <dcterms:created xsi:type="dcterms:W3CDTF">2026-09-10T02:32:45Z</dcterms:created>
  <dcterms:modified xsi:type="dcterms:W3CDTF">2026-09-10T13:50:42Z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www.omnidocs.com</vt:lpwstr>
  </property>
  <property fmtid="{D5CDD505-2E9C-101B-9397-08002B2CF9AE}" pid="3" name="ContentTypeId">
    <vt:lpwstr>0x010100DE53091C87DADE45BE080BB2D04E807B</vt:lpwstr>
  </property>
  <property fmtid="{D5CDD505-2E9C-101B-9397-08002B2CF9AE}" pid="4" name="TemplafyTimeStamp">
    <vt:lpwstr>2024-04-12T06:22:04.1909707Z</vt:lpwstr>
  </property>
  <property fmtid="{D5CDD505-2E9C-101B-9397-08002B2CF9AE}" pid="5" name="CustomerId">
    <vt:lpwstr>coloplast</vt:lpwstr>
  </property>
  <property fmtid="{D5CDD505-2E9C-101B-9397-08002B2CF9AE}" pid="6" name="TemplateId">
    <vt:lpwstr>637969211589895629</vt:lpwstr>
  </property>
  <property fmtid="{D5CDD505-2E9C-101B-9397-08002B2CF9AE}" pid="7" name="UserProfileId">
    <vt:lpwstr>637375658466116355</vt:lpwstr>
  </property>
  <property fmtid="{D5CDD505-2E9C-101B-9397-08002B2CF9AE}" pid="8" name="MediaServiceImageTags">
    <vt:lpwstr/>
  </property>
  <property fmtid="{D5CDD505-2E9C-101B-9397-08002B2CF9AE}" pid="9" name="TaxKeyword">
    <vt:lpwstr/>
  </property>
</Properties>
</file>